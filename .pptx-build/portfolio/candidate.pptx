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c16cae04814950" /><Relationship Type="http://schemas.openxmlformats.org/officeDocument/2006/relationships/extended-properties" Target="/docProps/app.xml" Id="Ra35b230030c24ed7" /><Relationship Type="http://schemas.openxmlformats.org/officeDocument/2006/relationships/officeDocument" Target="/ppt/presentation.xml" Id="Refaf7678a81440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6a7569eb094c4a"/>
  </p:sldMasterIdLst>
  <p:notesMasterIdLst>
    <p:notesMasterId xmlns:r="http://schemas.openxmlformats.org/officeDocument/2006/relationships" r:id="R86b79e7ba95043e5"/>
  </p:notesMasterIdLst>
  <p:sldIdLst>
    <p:sldId xmlns:r="http://schemas.openxmlformats.org/officeDocument/2006/relationships" id="256" r:id="Rf4c53bf3dbe54a6a"/>
    <p:sldId xmlns:r="http://schemas.openxmlformats.org/officeDocument/2006/relationships" id="257" r:id="Raba34235941f48eb"/>
    <p:sldId xmlns:r="http://schemas.openxmlformats.org/officeDocument/2006/relationships" id="258" r:id="Rb17cca74f8df4116"/>
    <p:sldId xmlns:r="http://schemas.openxmlformats.org/officeDocument/2006/relationships" id="259" r:id="R7a803994e7f046a9"/>
    <p:sldId xmlns:r="http://schemas.openxmlformats.org/officeDocument/2006/relationships" id="260" r:id="R074bdb2f974548fd"/>
    <p:sldId xmlns:r="http://schemas.openxmlformats.org/officeDocument/2006/relationships" id="261" r:id="R389d4ec644a342a9"/>
    <p:sldId xmlns:r="http://schemas.openxmlformats.org/officeDocument/2006/relationships" id="262" r:id="R4ec21f7ddbe04c4d"/>
    <p:sldId xmlns:r="http://schemas.openxmlformats.org/officeDocument/2006/relationships" id="263" r:id="Rf6bee41ae3f0477b"/>
    <p:sldId xmlns:r="http://schemas.openxmlformats.org/officeDocument/2006/relationships" id="264" r:id="R0ac91940f4ff4864"/>
    <p:sldId xmlns:r="http://schemas.openxmlformats.org/officeDocument/2006/relationships" id="265" r:id="R911acee73a7c4725"/>
    <p:sldId xmlns:r="http://schemas.openxmlformats.org/officeDocument/2006/relationships" id="266" r:id="R7cf5d71700a144d7"/>
    <p:sldId xmlns:r="http://schemas.openxmlformats.org/officeDocument/2006/relationships" id="267" r:id="Rc577cef2438d4757"/>
    <p:sldId xmlns:r="http://schemas.openxmlformats.org/officeDocument/2006/relationships" id="268" r:id="Rb4597b1629704ca1"/>
    <p:sldId xmlns:r="http://schemas.openxmlformats.org/officeDocument/2006/relationships" id="269" r:id="R980ef1f7511d48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1c118920954a8c" /><Relationship Type="http://schemas.openxmlformats.org/officeDocument/2006/relationships/slideMaster" Target="/ppt/slideMasters/slideMaster1.xml" Id="R626a7569eb094c4a" /><Relationship Type="http://schemas.openxmlformats.org/officeDocument/2006/relationships/notesMaster" Target="/ppt/notesMasters/notesMaster1.xml" Id="R86b79e7ba95043e5" /><Relationship Type="http://schemas.openxmlformats.org/officeDocument/2006/relationships/presProps" Target="/ppt/presProps.xml" Id="Ra85293f58879426b" /><Relationship Type="http://schemas.openxmlformats.org/officeDocument/2006/relationships/viewProps" Target="/ppt/viewProps.xml" Id="R0c812cbfe24d4681" /><Relationship Type="http://schemas.openxmlformats.org/officeDocument/2006/relationships/tableStyles" Target="/ppt/tableStyles.xml" Id="Rf158bd1f26474e43" /><Relationship Type="http://schemas.openxmlformats.org/officeDocument/2006/relationships/slide" Target="/ppt/slides/slide1.xml" Id="Rf4c53bf3dbe54a6a" /><Relationship Type="http://schemas.openxmlformats.org/officeDocument/2006/relationships/slide" Target="/ppt/slides/slide2.xml" Id="Raba34235941f48eb" /><Relationship Type="http://schemas.openxmlformats.org/officeDocument/2006/relationships/slide" Target="/ppt/slides/slide3.xml" Id="Rb17cca74f8df4116" /><Relationship Type="http://schemas.openxmlformats.org/officeDocument/2006/relationships/slide" Target="/ppt/slides/slide4.xml" Id="R7a803994e7f046a9" /><Relationship Type="http://schemas.openxmlformats.org/officeDocument/2006/relationships/slide" Target="/ppt/slides/slide5.xml" Id="R074bdb2f974548fd" /><Relationship Type="http://schemas.openxmlformats.org/officeDocument/2006/relationships/slide" Target="/ppt/slides/slide6.xml" Id="R389d4ec644a342a9" /><Relationship Type="http://schemas.openxmlformats.org/officeDocument/2006/relationships/slide" Target="/ppt/slides/slide7.xml" Id="R4ec21f7ddbe04c4d" /><Relationship Type="http://schemas.openxmlformats.org/officeDocument/2006/relationships/slide" Target="/ppt/slides/slide8.xml" Id="Rf6bee41ae3f0477b" /><Relationship Type="http://schemas.openxmlformats.org/officeDocument/2006/relationships/slide" Target="/ppt/slides/slide9.xml" Id="R0ac91940f4ff4864" /><Relationship Type="http://schemas.openxmlformats.org/officeDocument/2006/relationships/slide" Target="/ppt/slides/slide10.xml" Id="R911acee73a7c4725" /><Relationship Type="http://schemas.openxmlformats.org/officeDocument/2006/relationships/slide" Target="/ppt/slides/slide11.xml" Id="R7cf5d71700a144d7" /><Relationship Type="http://schemas.openxmlformats.org/officeDocument/2006/relationships/slide" Target="/ppt/slides/slide12.xml" Id="Rc577cef2438d4757" /><Relationship Type="http://schemas.openxmlformats.org/officeDocument/2006/relationships/slide" Target="/ppt/slides/slide13.xml" Id="Rb4597b1629704ca1" /><Relationship Type="http://schemas.openxmlformats.org/officeDocument/2006/relationships/slide" Target="/ppt/slides/slide14.xml" Id="R980ef1f7511d48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3b5626af8f4f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d2f0f9f24a4cde" /><Relationship Type="http://schemas.openxmlformats.org/officeDocument/2006/relationships/notesMaster" Target="/ppt/notesMasters/notesMaster1.xml" Id="Re3d1335acc9242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a3eb6fc3624205" /><Relationship Type="http://schemas.openxmlformats.org/officeDocument/2006/relationships/notesMaster" Target="/ppt/notesMasters/notesMaster1.xml" Id="R6df0a4d25fed42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09bed06d9643ac" /><Relationship Type="http://schemas.openxmlformats.org/officeDocument/2006/relationships/notesMaster" Target="/ppt/notesMasters/notesMaster1.xml" Id="Raa36d3b3c2fa49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f8cbf72d89470b" /><Relationship Type="http://schemas.openxmlformats.org/officeDocument/2006/relationships/notesMaster" Target="/ppt/notesMasters/notesMaster1.xml" Id="Re2b9f990415f47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a7dc7777ee446a" /><Relationship Type="http://schemas.openxmlformats.org/officeDocument/2006/relationships/notesMaster" Target="/ppt/notesMasters/notesMaster1.xml" Id="R153c03f2e33243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a3a8614d16452e" /><Relationship Type="http://schemas.openxmlformats.org/officeDocument/2006/relationships/notesMaster" Target="/ppt/notesMasters/notesMaster1.xml" Id="R00babe78113f46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3ab57a16fa4d44" /><Relationship Type="http://schemas.openxmlformats.org/officeDocument/2006/relationships/notesMaster" Target="/ppt/notesMasters/notesMaster1.xml" Id="R3b611e1db0ea47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c46f46debd4c6c" /><Relationship Type="http://schemas.openxmlformats.org/officeDocument/2006/relationships/notesMaster" Target="/ppt/notesMasters/notesMaster1.xml" Id="Rab2f08c35ada4e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6b2360fc0848e5" /><Relationship Type="http://schemas.openxmlformats.org/officeDocument/2006/relationships/notesMaster" Target="/ppt/notesMasters/notesMaster1.xml" Id="Ref83de92c45b4c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a9971a977645f4" /><Relationship Type="http://schemas.openxmlformats.org/officeDocument/2006/relationships/notesMaster" Target="/ppt/notesMasters/notesMaster1.xml" Id="Rb705bd3502ed44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71aacfe9fb4399" /><Relationship Type="http://schemas.openxmlformats.org/officeDocument/2006/relationships/notesMaster" Target="/ppt/notesMasters/notesMaster1.xml" Id="R99ec72d97c0346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5dbc227dbd4d93" /><Relationship Type="http://schemas.openxmlformats.org/officeDocument/2006/relationships/notesMaster" Target="/ppt/notesMasters/notesMaster1.xml" Id="Rcbd261caa0934a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c2397b77c043f0" /><Relationship Type="http://schemas.openxmlformats.org/officeDocument/2006/relationships/notesMaster" Target="/ppt/notesMasters/notesMaster1.xml" Id="R25368d07ccbf46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b1f4aaa43f49f7" /><Relationship Type="http://schemas.openxmlformats.org/officeDocument/2006/relationships/notesMaster" Target="/ppt/notesMasters/notesMaster1.xml" Id="R15d1274cebc148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f6b1e79a674a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5592b18a7241b6" /><Relationship Type="http://schemas.openxmlformats.org/officeDocument/2006/relationships/slideLayout" Target="/ppt/slideLayouts/slideLayout1.xml" Id="R5cb7b750d2ca4c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b7b750d2ca4c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0860617984220" /><Relationship Type="http://schemas.openxmlformats.org/officeDocument/2006/relationships/notesSlide" Target="/ppt/notesSlides/notesSlide1.xml" Id="Rbd7a46b81b5d43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8c5c6e63a486f" /><Relationship Type="http://schemas.openxmlformats.org/officeDocument/2006/relationships/notesSlide" Target="/ppt/notesSlides/notesSlide2.xml" Id="R773c70037c394b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287d5dc5c44ee" /><Relationship Type="http://schemas.openxmlformats.org/officeDocument/2006/relationships/notesSlide" Target="/ppt/notesSlides/notesSlide3.xml" Id="R5ef6c756313749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ce6c0bf6441cf" /><Relationship Type="http://schemas.openxmlformats.org/officeDocument/2006/relationships/notesSlide" Target="/ppt/notesSlides/notesSlide4.xml" Id="Rae0ccc0c2f6d4f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f545e975848c6" /><Relationship Type="http://schemas.openxmlformats.org/officeDocument/2006/relationships/notesSlide" Target="/ppt/notesSlides/notesSlide5.xml" Id="Rcf9b8f68c46c4c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e78ddb04c4f2a" /><Relationship Type="http://schemas.openxmlformats.org/officeDocument/2006/relationships/notesSlide" Target="/ppt/notesSlides/notesSlide6.xml" Id="Rcef1f2aa431948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b2f4598df495d" /><Relationship Type="http://schemas.openxmlformats.org/officeDocument/2006/relationships/notesSlide" Target="/ppt/notesSlides/notesSlide7.xml" Id="R462760d4fcb549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c844a662546a6" /><Relationship Type="http://schemas.openxmlformats.org/officeDocument/2006/relationships/notesSlide" Target="/ppt/notesSlides/notesSlide8.xml" Id="R14cb08c6ff3541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6d3e358dc4036" /><Relationship Type="http://schemas.openxmlformats.org/officeDocument/2006/relationships/notesSlide" Target="/ppt/notesSlides/notesSlide9.xml" Id="R023b6f7d6ad440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3484a613e4e4c" /><Relationship Type="http://schemas.openxmlformats.org/officeDocument/2006/relationships/notesSlide" Target="/ppt/notesSlides/notesSlide10.xml" Id="R52d7d6cbc3704a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99b470c1d4f0f" /><Relationship Type="http://schemas.openxmlformats.org/officeDocument/2006/relationships/notesSlide" Target="/ppt/notesSlides/notesSlide11.xml" Id="Rdc7033a3759c42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7f6afd9a94c3a" /><Relationship Type="http://schemas.openxmlformats.org/officeDocument/2006/relationships/notesSlide" Target="/ppt/notesSlides/notesSlide12.xml" Id="R9f0cfee020a849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09c1d245b4598" /><Relationship Type="http://schemas.openxmlformats.org/officeDocument/2006/relationships/notesSlide" Target="/ppt/notesSlides/notesSlide13.xml" Id="R641411a2d8534e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e3464e86545f5" /><Relationship Type="http://schemas.openxmlformats.org/officeDocument/2006/relationships/notesSlide" Target="/ppt/notesSlides/notesSlide14.xml" Id="Rd5cdc9f473f94a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DB534F1E-5FEF-4886-A6C6-2C2B0184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endParaRPr sz="3150" b="1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E8652721-C8B8-4CBC-ABFA-44584177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66BEBD07-0FF4-418C-9E8B-BA9E7697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대학생 팀 프로젝트 PMS</a:t>
            </a:r>
          </a:p>
          <a:p xmlns:a="http://schemas.openxmlformats.org/drawingml/2006/main">
            <a:pPr>
              <a:buNone/>
              <a:defRPr sz="450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고도화 기획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A7890F57-6597-49A8-9D06-166FB247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Team Blackbox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0EDD6C2C-E084-4628-8589-3DC66DC7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26B78"/>
                </a:solidFill>
                <a:latin typeface="Malgun Gothic"/>
                <a:ea typeface="Malgun Gothic"/>
                <a:cs typeface="Malgun Gothic"/>
              </a:rPr>
              <a:t>팀장 송승준    팀원 손정협 · 손정효</a:t>
            </a:r>
          </a:p>
        </p:txBody>
      </p:sp>
    </p:spTree>
    <p:extLst>
      <p:ext uri="{BB962C8B-B14F-4D97-AF65-F5344CB8AC3E}">
        <p14:creationId xmlns:p14="http://schemas.microsoft.com/office/powerpoint/2010/main" val="2111320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BDF4F0B0-E7EF-4F04-A51E-F6B7F357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640F0BC-CB65-4F7B-B5BE-828237E6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EBD47B9-A5CC-4FE1-BF16-F9C0D6F6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조 소개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3A4AF19F-10A3-4AE9-9AC2-B610C03F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8143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조 이름 및 각오, 진출 목표 산업, EXPO 출품 여부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EC84A438-963A-4137-B565-11AE00A3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F2B68B3E-FBEA-49A9-80E6-C708551E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8143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프로젝트 이름 및 개요, 핵심 기능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3B91C2C7-59FB-4E54-AE05-80EEA99C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고도화 계획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C4F9A94E-268D-44A8-BFDC-2B526AE8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52875"/>
            <a:ext cx="8143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적용 기술, 구현 범위, 개선점과 차별성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97654A21-DDA2-4BD9-B37C-C52AF58B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스터디 계획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F6011C9D-21C8-4081-B172-45A01008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8143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필요 지식, 공유 방식, 요소별 담당자</a:t>
            </a:r>
          </a:p>
        </p:txBody>
      </p:sp>
    </p:spTree>
    <p:extLst>
      <p:ext uri="{BB962C8B-B14F-4D97-AF65-F5344CB8AC3E}">
        <p14:creationId xmlns:p14="http://schemas.microsoft.com/office/powerpoint/2010/main" val="2146295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43DD5B38-1B80-49FB-BACB-FF756DDD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조 소개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ECDDEE41-FD10-49FB-B941-DDFCB6D4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33362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01000"/>
              </a:tblGrid>
              <a:tr h="5834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손정협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79E69C2A-79A8-4AF0-B912-8CD4B6A9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조 이름   Team Blackbox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589AC48-CFE0-46D8-A323-14441670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각오   실제 팀 프로젝트를 시작부터 제출까지</a:t>
            </a: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          끝낼 수 있는 PMS를 만들겠습니다.</a:t>
            </a:r>
          </a:p>
        </p:txBody>
      </p:sp>
    </p:spTree>
    <p:extLst>
      <p:ext uri="{BB962C8B-B14F-4D97-AF65-F5344CB8AC3E}">
        <p14:creationId xmlns:p14="http://schemas.microsoft.com/office/powerpoint/2010/main" val="4570373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F5EB7953-3083-44FF-8591-8C0DC5E1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진출 목표 산업 및 신구 EXPO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C59C419-2FBC-4791-B68B-B804810C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D15DA1DC-88A8-45A9-ACA9-432F4E0F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진출 목표 산업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7ECDAD73-7BCE-454D-BF23-03E7EBBA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814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교육 소프트웨어(EdTech)</a:t>
            </a: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팀 협업 소프트웨어(SaaS)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EAA2B4B1-0632-46A9-8A8B-BEA30033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목표 사용자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FC175117-A5A3-4EAA-8187-7D715D8A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95650"/>
            <a:ext cx="814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한 학기 동안 공동 결과물을 제출하는</a:t>
            </a:r>
            <a:endParaRPr sz="2025" b="0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2~4인 대학생 팀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C8F1393-2937-4425-A959-C9DE2A75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EXPO 출품 여부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77DCBD66-2677-4325-ACFF-DA639934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14850"/>
            <a:ext cx="814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미정 · 팀 협의 후 결정</a:t>
            </a:r>
          </a:p>
        </p:txBody>
      </p:sp>
    </p:spTree>
    <p:extLst>
      <p:ext uri="{BB962C8B-B14F-4D97-AF65-F5344CB8AC3E}">
        <p14:creationId xmlns:p14="http://schemas.microsoft.com/office/powerpoint/2010/main" val="1716825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177EDAAF-CD90-49C7-A948-02D75976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프로젝트 주제 및 개요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78D390A1-7578-44FA-BF36-1F7139AB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99EC220E-1BAF-4B52-8740-40D41687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프로젝트 이름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70B8788-3097-4B88-91EA-6CFE804E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71675"/>
            <a:ext cx="8143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Team blackbox</a:t>
            </a:r>
            <a:endParaRPr sz="2025" b="0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DF8BBEB-6C78-4FF3-9F77-6CAA686B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프로젝트 주제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636A769-0FC5-4224-A552-28267354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00400"/>
            <a:ext cx="8143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과제 시작부터 중간 검토와 최종 제출까지</a:t>
            </a: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연결하는 대학생 팀 프로젝트 관리 시스템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CF08468-D4F8-4FF2-B92E-BBC65439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필요성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EB2D8F6F-A2F5-437F-BDB6-A9072D30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8143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분담한 업무와 결과물을 한곳에서 관리하고</a:t>
            </a:r>
            <a:endParaRPr sz="2025" b="0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피드백의 반영 여부와 제출 준비 상태를 확인</a:t>
            </a:r>
            <a:endParaRPr sz="2025" b="0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77182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7F4D684D-BCA5-48B2-9DB8-E457973D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핵심 기능: 팀 프로젝트 수행 흐름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0FB6A95-B4B6-454C-9672-C65FA39D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표 5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10858500" cy="38576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143875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기능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 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제출물·요구사항·제출 기한 등록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분담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담당자·마감일·완료 기준 설정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및 반복 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결과 공유, 피드백과 수정 내용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검토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결과물 통합, 요구사항 충족 여부 확인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및 마무리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최종본 확정, 제출 기록 저장, 프로젝트 종료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608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63A8AA1C-EC23-4A51-8CAD-57ACD47A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핵심 기능: 반복 검토와 제출 관리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35F311E-8AB9-4CB1-BB0D-EF253C1F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96FB478-B46C-43F0-940C-1C2140FB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중간 검토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2FC62D38-B3B1-4991-A6B4-FFE021FE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8143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진행 중에도 초안을 공유하고 검토 요청</a:t>
            </a: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수정 사항에 담당자와 기한을 지정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D7C3994-A57E-4E9F-A860-31DB5DBB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최종 검토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A7B8061-1741-489E-A439-8244DA6C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8143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개별 작업을 합친 최종본을 다시 확인</a:t>
            </a: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필수 내용과 수정 반영 여부를 확인한 뒤 확정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A7665A03-8EFA-48E3-892E-399AC22C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제출 관리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A059397-7B59-4EDB-BA5B-D45EFAA5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14850"/>
            <a:ext cx="8143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확정본을 교수님께 지정 경로로 직접 제출</a:t>
            </a:r>
          </a:p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제출 버전과 시각을 PMS에 기록</a:t>
            </a:r>
          </a:p>
        </p:txBody>
      </p:sp>
    </p:spTree>
    <p:extLst>
      <p:ext uri="{BB962C8B-B14F-4D97-AF65-F5344CB8AC3E}">
        <p14:creationId xmlns:p14="http://schemas.microsoft.com/office/powerpoint/2010/main" val="4608519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C2B2346-376B-4F66-A21D-310E35AB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적용 기술 및 기능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55E4B86-FD81-4416-8D50-F2FF3577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8" name="표 5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8576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714875"/>
                <a:gridCol w="4048125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기술 계획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기능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TypeScript, React, Next.js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업무·검토·제출 화면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Java, Spring Boot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처리와 역할별 권한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데이터베이스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PostgreSQL, JPA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결과물·검토·제출 이력 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도구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Git, npm, Gradle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협업과 빌드 관리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운영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Docker, Nginx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aws</a:t>
                      </a:r>
                      <a:endParaRPr sz="1875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및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</a:t>
                      </a:r>
                      <a:endParaRPr sz="1875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0918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402F24B-9C0A-45FF-AB0F-AEA460BA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구현 범위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D718F65B-F7FB-48A4-896A-6EA1CEC5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8" name="표 5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8576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143875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내용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시작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생성, 팀원 참여, 제출 조건 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수행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배정, 진행 상태, 결과물 등록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검토와 수정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검토, 수정 요청, 재검토, 완료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제출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통합본 검토, 최종본 확정, 제출 기록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종료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완료 확인 및 결과·이력 보관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2110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007C97C9-D957-4234-889A-52E3A5F8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기존 개선점과 고도화 기능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6682B07-B771-4D22-AC27-A73CD32A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9" name="표 6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809875"/>
                <a:gridCol w="2476500"/>
                <a:gridCol w="2905125"/>
              </a:tblGrid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개선점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고도화 기능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기술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차별성</a:t>
                      </a:r>
                      <a:endParaRPr sz="1800" b="1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흐름이</a:t>
                      </a:r>
                    </a:p>
                    <a:p>
                      <a:r>
                        <a:rPr sz="1800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연결되지 않음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제출물 기준으로</a:t>
                      </a: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업무와 결과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관계형 DB</a:t>
                      </a: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할 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일과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누락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검토와</a:t>
                      </a:r>
                    </a:p>
                    <a:p>
                      <a:r>
                        <a:rPr sz="1800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흐름 부족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초안 검토와</a:t>
                      </a: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반영 추적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 관리</a:t>
                      </a: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전환 API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중에도</a:t>
                      </a: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검토 가능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마무리와 제출</a:t>
                      </a:r>
                    </a:p>
                    <a:p>
                      <a:r>
                        <a:rPr sz="1800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과정이 불명확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최종본 검토와</a:t>
                      </a: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기록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저장</a:t>
                      </a: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이력 DB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확정본과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00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5D441354-FD87-4C4F-9DE1-34BFD5C4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911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우선 선정 기준: 실제 팀 프로젝트 흐름을 완성하는 기능</a:t>
            </a:r>
          </a:p>
        </p:txBody>
      </p:sp>
    </p:spTree>
    <p:extLst>
      <p:ext uri="{BB962C8B-B14F-4D97-AF65-F5344CB8AC3E}">
        <p14:creationId xmlns:p14="http://schemas.microsoft.com/office/powerpoint/2010/main" val="373367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87AE620-3D37-E7B3-9DAD-04803C4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추가 기능</a:t>
            </a:r>
            <a:endParaRPr sz="3150" b="1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2FDEBE2-9A37-DCBB-DA97-AEB8262B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11</a:t>
            </a:r>
            <a:endParaRPr sz="1275" b="0">
              <a:solidFill>
                <a:srgbClr val="57616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39C357E-FEC3-436D-7C30-3B1BAEA8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911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02B35"/>
                </a:solidFill>
                <a:latin typeface="Malgun Gothic"/>
                <a:ea typeface="Malgun Gothic"/>
                <a:cs typeface="Malgun Gothic"/>
              </a:defRPr>
            </a:pPr>
            <a:endParaRPr sz="2025" b="1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667999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8246"/>
                <a:gridCol w="3967942"/>
                <a:gridCol w="4451811"/>
              </a:tblGrid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사항</a:t>
                      </a:r>
                      <a:endParaRPr sz="1800" b="1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</a:t>
                      </a:r>
                      <a:endParaRPr sz="1800" b="1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차별성</a:t>
                      </a:r>
                      <a:endParaRPr sz="1800" b="1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모바일 </a:t>
                      </a:r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반응형 웹 디자인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CSS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미디어 쿼리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터치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스마트폰에서도 업무 확인과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검토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피드백 가능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매니저 </a:t>
                      </a:r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Spring AI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 데이터 기반 분석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지연 업무와 제출 누락을 파악하고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처리할 업무와 다음 행동 제안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3123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337813E6-6D0A-4279-AF92-C39E61A1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스터디 계획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DDA1EBF-31BE-406B-80ED-027E0457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12</a:t>
            </a:r>
            <a:endParaRPr sz="1275" b="0">
              <a:solidFill>
                <a:srgbClr val="57616A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9" name="표 6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334000"/>
                <a:gridCol w="2762250"/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지식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내용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방식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서버·데이터 설계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상태, 관계형 DB, 권한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검토와 제출 이력 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 문서와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동작 공유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업무·검토 처리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변경, 수정 반영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파일·결과물 연결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시연과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규칙 공유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화면·사용자 흐름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React·Next.js, 화면 구성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업무·검토 상태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시연과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의견 공유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49B04A3-8DC2-402B-901B-2B8D4402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담당 요소를 지속적으로 학습하고, 매주 팀원들과 공유합니다.</a:t>
            </a:r>
          </a:p>
        </p:txBody>
      </p:sp>
    </p:spTree>
    <p:extLst>
      <p:ext uri="{BB962C8B-B14F-4D97-AF65-F5344CB8AC3E}">
        <p14:creationId xmlns:p14="http://schemas.microsoft.com/office/powerpoint/2010/main" val="624961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95F1C777-8DCC-4276-81E7-3AA1143C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개선 요소 및 요소별 담당자</a:t>
            </a:r>
            <a:endParaRPr sz="3150" b="1">
              <a:solidFill>
                <a:srgbClr val="202B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122780A-81E6-4337-B09E-B724E595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13</a:t>
            </a:r>
            <a:endParaRPr sz="1275" b="0">
              <a:solidFill>
                <a:srgbClr val="57616A"/>
              </a:solidFill>
              <a:latin typeface="Malgun Gothic"/>
              <a:ea typeface="Malgun Gothic"/>
              <a:cs typeface="Malgun Gothic"/>
            </a:endParaRPr>
          </a:p>
        </p:txBody>
      </p:sp>
      <p:graphicFrame>
        <p:nvGraphicFramePr>
          <p:cNvPr id="9" name="표 6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829049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8625"/>
                <a:gridCol w="1905000"/>
                <a:gridCol w="4714875"/>
              </a:tblGrid>
              <a:tr h="5470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요소</a:t>
                      </a:r>
                      <a:endParaRPr sz="1800" b="1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내용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프로젝트·서버·데이터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조건, DB, 권한, 배포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결과물·검토·제출 관리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버전, 검토 기록, 최종 제출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업무·수정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배정, 상태, 수정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 현황·기록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손정협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현황과 활동 기록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화면·사용자 흐름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프로젝트·업무·검토·제출 UI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확인·발표 준비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전원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흐름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및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정리</a:t>
                      </a:r>
                      <a:endParaRPr sz="1800" b="0">
                        <a:solidFill>
                          <a:srgbClr val="202B35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07A5A3CC-134C-45F3-81C5-CA4721E1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요소별 담당 배정안</a:t>
            </a:r>
          </a:p>
        </p:txBody>
      </p:sp>
    </p:spTree>
    <p:extLst>
      <p:ext uri="{BB962C8B-B14F-4D97-AF65-F5344CB8AC3E}">
        <p14:creationId xmlns:p14="http://schemas.microsoft.com/office/powerpoint/2010/main" val="18167438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9B6F8-EF6C-4627-85A4-13B6F0A5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63A50"/>
                </a:solidFill>
                <a:latin typeface="Malgun Gothic"/>
                <a:ea typeface="Malgun Gothic"/>
                <a:cs typeface="Malgun Gothic"/>
              </a:rPr>
              <a:t>개인 포트폴리오 적용 계획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763000"/>
              </a:tblGrid>
              <a:tr h="7762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포트폴리오에 담을 내용</a:t>
                      </a:r>
                    </a:p>
                  </a:txBody>
                  <a:tcPr marL="91440" marR="91440" marT="45720" marB="45720">
                    <a:solidFill>
                      <a:srgbClr val="163A50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 설계, 권한 및 검토·제출 관리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 이유와 배포 과정의 문제 해결 사례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손정협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상태·수정 처리, 진행 현황 구현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흐름과 기능 개선 과정</a:t>
                      </a:r>
                    </a:p>
                  </a:txBody>
                  <a:tcPr marL="91440" marR="91440" marT="45720" marB="45720">
                    <a:solidFill>
                      <a:srgbClr val="F1F7F8"/>
                    </a:solidFill>
                  </a:tcPr>
                </a:tc>
              </a:tr>
              <a:tr h="7762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78C8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흐름 설계, 업무·검토·제출 화면</a:t>
                      </a:r>
                    </a:p>
                    <a:p>
                      <a:r>
                        <a:rPr sz="1875" b="0">
                          <a:solidFill>
                            <a:srgbClr val="344B5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개선 전후와 사용성 보완 과정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B2187-192B-41BC-BC24-3D0F376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78C87"/>
                </a:solidFill>
                <a:latin typeface="Malgun Gothic"/>
                <a:ea typeface="Malgun Gothic"/>
                <a:cs typeface="Malgun Gothic"/>
              </a:rPr>
              <a:t>공통 정리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F4C20-1D12-426B-9192-19AC7CD3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67325"/>
            <a:ext cx="814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담당 역할·구현 과정·문제 해결·결과를 정리하고</a:t>
            </a:r>
          </a:p>
          <a:p xmlns:a="http://schemas.openxmlformats.org/drawingml/2006/main">
            <a:pPr>
              <a:defRPr sz="187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44B59"/>
                </a:solidFill>
                <a:latin typeface="Malgun Gothic"/>
                <a:ea typeface="Malgun Gothic"/>
                <a:cs typeface="Malgun Gothic"/>
              </a:rPr>
              <a:t>관련 코드, 화면, 시연 자료를 개인 포트폴리오에 연결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51D4B-DE22-4A9C-9EBE-E215EEDA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A8999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99471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2026-09-14T06:54:19.7550000Z</dcterms:created>
  <dcterms:modified xsi:type="dcterms:W3CDTF">2026-09-14T06:54:19.7550000Z</dcterms:modified>
</coreProperties>
</file>