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edc45fc9e8404b" /><Relationship Type="http://schemas.openxmlformats.org/officeDocument/2006/relationships/extended-properties" Target="/docProps/app.xml" Id="Re8a4b67211694fd5" /><Relationship Type="http://schemas.openxmlformats.org/officeDocument/2006/relationships/officeDocument" Target="/ppt/presentation.xml" Id="R852de8cb869042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4089d336c44573"/>
  </p:sldMasterIdLst>
  <p:notesMasterIdLst>
    <p:notesMasterId xmlns:r="http://schemas.openxmlformats.org/officeDocument/2006/relationships" r:id="R3f470e785c164e71"/>
  </p:notesMasterIdLst>
  <p:sldIdLst>
    <p:sldId xmlns:r="http://schemas.openxmlformats.org/officeDocument/2006/relationships" id="256" r:id="R593e3fdb781f474b"/>
    <p:sldId xmlns:r="http://schemas.openxmlformats.org/officeDocument/2006/relationships" id="257" r:id="Ra36117fef0524817"/>
    <p:sldId xmlns:r="http://schemas.openxmlformats.org/officeDocument/2006/relationships" id="258" r:id="Rbf03770f26034150"/>
    <p:sldId xmlns:r="http://schemas.openxmlformats.org/officeDocument/2006/relationships" id="259" r:id="R1f915f6fc8234956"/>
    <p:sldId xmlns:r="http://schemas.openxmlformats.org/officeDocument/2006/relationships" id="260" r:id="Rf34f73c29772481f"/>
    <p:sldId xmlns:r="http://schemas.openxmlformats.org/officeDocument/2006/relationships" id="261" r:id="Rf646ca62d35949e4"/>
    <p:sldId xmlns:r="http://schemas.openxmlformats.org/officeDocument/2006/relationships" id="262" r:id="Rd88b6abdddc74670"/>
    <p:sldId xmlns:r="http://schemas.openxmlformats.org/officeDocument/2006/relationships" id="263" r:id="Rd4457d13ad3e4bbe"/>
    <p:sldId xmlns:r="http://schemas.openxmlformats.org/officeDocument/2006/relationships" id="264" r:id="Rd7b5eee554e743b4"/>
    <p:sldId xmlns:r="http://schemas.openxmlformats.org/officeDocument/2006/relationships" id="265" r:id="R3d70583124fd4908"/>
    <p:sldId xmlns:r="http://schemas.openxmlformats.org/officeDocument/2006/relationships" id="266" r:id="R119724450c414067"/>
    <p:sldId xmlns:r="http://schemas.openxmlformats.org/officeDocument/2006/relationships" id="267" r:id="R7b397313fad64938"/>
    <p:sldId xmlns:r="http://schemas.openxmlformats.org/officeDocument/2006/relationships" id="268" r:id="R2d415623071047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4c552ea55e4154" /><Relationship Type="http://schemas.openxmlformats.org/officeDocument/2006/relationships/slideMaster" Target="/ppt/slideMasters/slideMaster1.xml" Id="Rc74089d336c44573" /><Relationship Type="http://schemas.openxmlformats.org/officeDocument/2006/relationships/notesMaster" Target="/ppt/notesMasters/notesMaster1.xml" Id="R3f470e785c164e71" /><Relationship Type="http://schemas.openxmlformats.org/officeDocument/2006/relationships/presProps" Target="/ppt/presProps.xml" Id="Rd57497bed9cf4fff" /><Relationship Type="http://schemas.openxmlformats.org/officeDocument/2006/relationships/viewProps" Target="/ppt/viewProps.xml" Id="Rb4f6aeeb13204a17" /><Relationship Type="http://schemas.openxmlformats.org/officeDocument/2006/relationships/tableStyles" Target="/ppt/tableStyles.xml" Id="R8a67738126b844a3" /><Relationship Type="http://schemas.openxmlformats.org/officeDocument/2006/relationships/slide" Target="/ppt/slides/slide1.xml" Id="R593e3fdb781f474b" /><Relationship Type="http://schemas.openxmlformats.org/officeDocument/2006/relationships/slide" Target="/ppt/slides/slide2.xml" Id="Ra36117fef0524817" /><Relationship Type="http://schemas.openxmlformats.org/officeDocument/2006/relationships/slide" Target="/ppt/slides/slide3.xml" Id="Rbf03770f26034150" /><Relationship Type="http://schemas.openxmlformats.org/officeDocument/2006/relationships/slide" Target="/ppt/slides/slide4.xml" Id="R1f915f6fc8234956" /><Relationship Type="http://schemas.openxmlformats.org/officeDocument/2006/relationships/slide" Target="/ppt/slides/slide5.xml" Id="Rf34f73c29772481f" /><Relationship Type="http://schemas.openxmlformats.org/officeDocument/2006/relationships/slide" Target="/ppt/slides/slide6.xml" Id="Rf646ca62d35949e4" /><Relationship Type="http://schemas.openxmlformats.org/officeDocument/2006/relationships/slide" Target="/ppt/slides/slide7.xml" Id="Rd88b6abdddc74670" /><Relationship Type="http://schemas.openxmlformats.org/officeDocument/2006/relationships/slide" Target="/ppt/slides/slide8.xml" Id="Rd4457d13ad3e4bbe" /><Relationship Type="http://schemas.openxmlformats.org/officeDocument/2006/relationships/slide" Target="/ppt/slides/slide9.xml" Id="Rd7b5eee554e743b4" /><Relationship Type="http://schemas.openxmlformats.org/officeDocument/2006/relationships/slide" Target="/ppt/slides/slide10.xml" Id="R3d70583124fd4908" /><Relationship Type="http://schemas.openxmlformats.org/officeDocument/2006/relationships/slide" Target="/ppt/slides/slide11.xml" Id="R119724450c414067" /><Relationship Type="http://schemas.openxmlformats.org/officeDocument/2006/relationships/slide" Target="/ppt/slides/slide12.xml" Id="R7b397313fad64938" /><Relationship Type="http://schemas.openxmlformats.org/officeDocument/2006/relationships/slide" Target="/ppt/slides/slide13.xml" Id="R2d415623071047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5db69c12084c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5607f2370c40a8" /><Relationship Type="http://schemas.openxmlformats.org/officeDocument/2006/relationships/notesMaster" Target="/ppt/notesMasters/notesMaster1.xml" Id="Rd5319256bc8c49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d18c9f7adb492b" /><Relationship Type="http://schemas.openxmlformats.org/officeDocument/2006/relationships/notesMaster" Target="/ppt/notesMasters/notesMaster1.xml" Id="R97ef633ee9144f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6d2d8c62804d11" /><Relationship Type="http://schemas.openxmlformats.org/officeDocument/2006/relationships/notesMaster" Target="/ppt/notesMasters/notesMaster1.xml" Id="Rba9313a2fa6a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cd55727f534d0b" /><Relationship Type="http://schemas.openxmlformats.org/officeDocument/2006/relationships/notesMaster" Target="/ppt/notesMasters/notesMaster1.xml" Id="R8ae00731186445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65df6b17454172" /><Relationship Type="http://schemas.openxmlformats.org/officeDocument/2006/relationships/notesMaster" Target="/ppt/notesMasters/notesMaster1.xml" Id="Rdc4195403917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797c2f46b14baa" /><Relationship Type="http://schemas.openxmlformats.org/officeDocument/2006/relationships/notesMaster" Target="/ppt/notesMasters/notesMaster1.xml" Id="Rc5df200fb2b947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d5f60d02c747a1" /><Relationship Type="http://schemas.openxmlformats.org/officeDocument/2006/relationships/notesMaster" Target="/ppt/notesMasters/notesMaster1.xml" Id="R05efab9aa7624b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9c230428134d2f" /><Relationship Type="http://schemas.openxmlformats.org/officeDocument/2006/relationships/notesMaster" Target="/ppt/notesMasters/notesMaster1.xml" Id="R86a0a702661c47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badc7ac4d74885" /><Relationship Type="http://schemas.openxmlformats.org/officeDocument/2006/relationships/notesMaster" Target="/ppt/notesMasters/notesMaster1.xml" Id="R79eb8675364541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3c8c9db964720" /><Relationship Type="http://schemas.openxmlformats.org/officeDocument/2006/relationships/notesMaster" Target="/ppt/notesMasters/notesMaster1.xml" Id="R47f7c4547af947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99d65985714e2c" /><Relationship Type="http://schemas.openxmlformats.org/officeDocument/2006/relationships/notesMaster" Target="/ppt/notesMasters/notesMaster1.xml" Id="R07900bc6024a49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1c0e8faa3b4414" /><Relationship Type="http://schemas.openxmlformats.org/officeDocument/2006/relationships/notesMaster" Target="/ppt/notesMasters/notesMaster1.xml" Id="R3420b5739d1a4a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bf9d8cd71c4432" /><Relationship Type="http://schemas.openxmlformats.org/officeDocument/2006/relationships/notesMaster" Target="/ppt/notesMasters/notesMaster1.xml" Id="R1bb7646d82034d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10613bf774f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c8c6055d984946" /><Relationship Type="http://schemas.openxmlformats.org/officeDocument/2006/relationships/slideLayout" Target="/ppt/slideLayouts/slideLayout1.xml" Id="R4998ab9f1bca41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98ab9f1bca41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f2394ec6d4b1a" /><Relationship Type="http://schemas.openxmlformats.org/officeDocument/2006/relationships/notesSlide" Target="/ppt/notesSlides/notesSlide1.xml" Id="R5736facaf0c644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c1ec48a344d29" /><Relationship Type="http://schemas.openxmlformats.org/officeDocument/2006/relationships/notesSlide" Target="/ppt/notesSlides/notesSlide2.xml" Id="R3b9a00cdf69941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c42864e3243af" /><Relationship Type="http://schemas.openxmlformats.org/officeDocument/2006/relationships/notesSlide" Target="/ppt/notesSlides/notesSlide3.xml" Id="R95856a83f22744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eed91dfa54bae" /><Relationship Type="http://schemas.openxmlformats.org/officeDocument/2006/relationships/notesSlide" Target="/ppt/notesSlides/notesSlide4.xml" Id="R58149ce9fe1d49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5d9a395be4da2" /><Relationship Type="http://schemas.openxmlformats.org/officeDocument/2006/relationships/notesSlide" Target="/ppt/notesSlides/notesSlide5.xml" Id="R18cb53f91c104e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37517d1854571" /><Relationship Type="http://schemas.openxmlformats.org/officeDocument/2006/relationships/notesSlide" Target="/ppt/notesSlides/notesSlide6.xml" Id="R7d8228b1228c4a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008b722374f0d" /><Relationship Type="http://schemas.openxmlformats.org/officeDocument/2006/relationships/notesSlide" Target="/ppt/notesSlides/notesSlide7.xml" Id="R923e8b825cc64b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d49fcc65441d0" /><Relationship Type="http://schemas.openxmlformats.org/officeDocument/2006/relationships/notesSlide" Target="/ppt/notesSlides/notesSlide8.xml" Id="Ra143c36973d549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fe3ee75b840fe" /><Relationship Type="http://schemas.openxmlformats.org/officeDocument/2006/relationships/notesSlide" Target="/ppt/notesSlides/notesSlide9.xml" Id="R4d17e1ae403a4c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92406b76447de" /><Relationship Type="http://schemas.openxmlformats.org/officeDocument/2006/relationships/notesSlide" Target="/ppt/notesSlides/notesSlide10.xml" Id="Rf6bf446da14e49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93e7701df4a99" /><Relationship Type="http://schemas.openxmlformats.org/officeDocument/2006/relationships/notesSlide" Target="/ppt/notesSlides/notesSlide11.xml" Id="R2d1c78abaa5d4f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adcaedf084bff" /><Relationship Type="http://schemas.openxmlformats.org/officeDocument/2006/relationships/notesSlide" Target="/ppt/notesSlides/notesSlide12.xml" Id="R1fb066c558fb4e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9bb87f11c4192" /><Relationship Type="http://schemas.openxmlformats.org/officeDocument/2006/relationships/notesSlide" Target="/ppt/notesSlides/notesSlide13.xml" Id="R42b77dea308045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DB534F1E-5FEF-4886-A6C6-2C2B018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endParaRPr sz="3150" b="1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8652721-C8B8-4CBC-ABFA-44584177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6BEBD07-0FF4-418C-9E8B-BA9E769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대학생 팀 프로젝트 PMS</a:t>
            </a:r>
          </a:p>
          <a:p xmlns:a="http://schemas.openxmlformats.org/drawingml/2006/main">
            <a:pPr>
              <a:buNone/>
              <a:defRPr sz="450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고도화 기획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A7890F57-6597-49A8-9D06-166FB247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Team Blackbox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EDD6C2C-E084-4628-8589-3DC66DC7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B78"/>
                </a:solidFill>
                <a:latin typeface="Malgun Gothic"/>
                <a:ea typeface="Malgun Gothic"/>
                <a:cs typeface="Malgun Gothic"/>
              </a:rPr>
              <a:t>팀장 송승준    팀원 손정협 · 손정효</a:t>
            </a:r>
          </a:p>
        </p:txBody>
      </p:sp>
    </p:spTree>
    <p:extLst>
      <p:ext uri="{BB962C8B-B14F-4D97-AF65-F5344CB8AC3E}">
        <p14:creationId xmlns:p14="http://schemas.microsoft.com/office/powerpoint/2010/main" val="2111320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BDF4F0B0-E7EF-4F04-A51E-F6B7F357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640F0BC-CB65-4F7B-B5BE-828237E6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EBD47B9-A5CC-4FE1-BF16-F9C0D6F6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조 소개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A4AF19F-10A3-4AE9-9AC2-B610C03F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조 이름 및 각오, 진출 목표 산업, EXPO 출품 여부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C84A438-963A-4137-B565-11AE00A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2B68B3E-FBEA-49A9-80E6-C708551E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프로젝트 이름 및 개요, 핵심 기능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B91C2C7-59FB-4E54-AE05-80EEA99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고도화 계획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4F9A94E-268D-44A8-BFDC-2B526AE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52875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적용 기술, 구현 범위, 개선점과 차별성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97654A21-DDA2-4BD9-B37C-C52AF58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스터디 계획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F6011C9D-21C8-4081-B172-45A0100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필요 지식, 공유 방식, 요소별 담당자</a:t>
            </a:r>
          </a:p>
        </p:txBody>
      </p:sp>
    </p:spTree>
    <p:extLst>
      <p:ext uri="{BB962C8B-B14F-4D97-AF65-F5344CB8AC3E}">
        <p14:creationId xmlns:p14="http://schemas.microsoft.com/office/powerpoint/2010/main" val="2146295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3DD5B38-1B80-49FB-BACB-FF756DDD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조 소개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CDDEE41-FD10-49FB-B941-DDFCB6D4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33362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01000"/>
              </a:tblGrid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9E69C2A-79A8-4AF0-B912-8CD4B6A9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조 이름   Team Blackbox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589AC48-CFE0-46D8-A323-1444167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각오   실제 팀 프로젝트를 시작부터 제출까지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          끝낼 수 있는 PMS를 만들겠습니다.</a:t>
            </a:r>
          </a:p>
        </p:txBody>
      </p:sp>
    </p:spTree>
    <p:extLst>
      <p:ext uri="{BB962C8B-B14F-4D97-AF65-F5344CB8AC3E}">
        <p14:creationId xmlns:p14="http://schemas.microsoft.com/office/powerpoint/2010/main" val="457037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F5EB7953-3083-44FF-8591-8C0DC5E1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진출 목표 산업 및 신구 EXPO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C59C419-2FBC-4791-B68B-B804810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15DA1DC-88A8-45A9-ACA9-432F4E0F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진출 목표 산업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ECDAD73-7BCE-454D-BF23-03E7EBBA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교육 소프트웨어(EdTech)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팀 협업 소프트웨어(SaaS)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AA2B4B1-0632-46A9-8A8B-BEA3003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목표 사용자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C175117-A5A3-4EAA-8187-7D715D8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한 학기 동안 공동 결과물을 제출하는</a:t>
            </a:r>
            <a:endParaRPr sz="2025" b="0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2~4인 대학생 팀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C8F1393-2937-4425-A959-C9DE2A75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EXPO 출품 여부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7DCBD66-2677-4325-ACFF-DA639934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미정 · 팀 협의 후 결정</a:t>
            </a:r>
          </a:p>
        </p:txBody>
      </p:sp>
    </p:spTree>
    <p:extLst>
      <p:ext uri="{BB962C8B-B14F-4D97-AF65-F5344CB8AC3E}">
        <p14:creationId xmlns:p14="http://schemas.microsoft.com/office/powerpoint/2010/main" val="1716825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77EDAAF-CD90-49C7-A948-02D75976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프로젝트 주제 및 개요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78D390A1-7578-44FA-BF36-1F7139A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EC220E-1BAF-4B52-8740-40D41687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프로젝트 이름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70B8788-3097-4B88-91EA-6CFE804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Team blackbox</a:t>
            </a:r>
            <a:endParaRPr sz="2025" b="0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DF8BBEB-6C78-4FF3-9F77-6CAA686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프로젝트 주제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636A769-0FC5-4224-A552-2826735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과제 시작부터 중간 검토와 최종 제출까지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연결하는 대학생 팀 프로젝트 관리 시스템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CF08468-D4F8-4FF2-B92E-BBC6543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필요성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B2D8F6F-A2F5-437F-BDB6-A9072D30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분담한 업무와 결과물을 한곳에서 관리하고</a:t>
            </a:r>
            <a:endParaRPr sz="2025" b="0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피드백의 반영 여부와 제출 준비 상태를 확인</a:t>
            </a:r>
            <a:endParaRPr sz="2025" b="0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77182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F4D684D-BCA5-48B2-9DB8-E457973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핵심 기능: 팀 프로젝트 수행 흐름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0FB6A95-B4B6-454C-9672-C65FA39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표 5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3857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14387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기능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제출물·요구사항·제출 기한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분담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담당자·마감일·완료 기준 설정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및 반복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결과 공유, 피드백과 수정 내용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검토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 통합, 요구사항 충족 여부 확인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및 마무리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최종본 확정, 제출 기록 저장, 프로젝트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60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63A8AA1C-EC23-4A51-8CAD-57ACD47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핵심 기능: 반복 검토와 제출 관리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35F311E-8AB9-4CB1-BB0D-EF253C1F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96FB478-B46C-43F0-940C-1C2140F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중간 검토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FC62D38-B3B1-4991-A6B4-FFE021F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진행 중에도 초안을 공유하고 검토 요청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수정 사항에 담당자와 기한을 지정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D7C3994-A57E-4E9F-A860-31DB5DBB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최종 검토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A7B8061-1741-489E-A439-8244DA6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개별 작업을 합친 최종본을 다시 확인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필수 내용과 수정 반영 여부를 확인한 뒤 확정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7665A03-8EFA-48E3-892E-399AC22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제출 관리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A059397-7B59-4EDB-BA5B-D45EFAA5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확정본을 교수님께 지정 경로로 직접 제출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제출 버전과 시각을 PMS에 기록</a:t>
            </a:r>
          </a:p>
        </p:txBody>
      </p:sp>
    </p:spTree>
    <p:extLst>
      <p:ext uri="{BB962C8B-B14F-4D97-AF65-F5344CB8AC3E}">
        <p14:creationId xmlns:p14="http://schemas.microsoft.com/office/powerpoint/2010/main" val="460851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C2B2346-376B-4F66-A21D-310E35A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적용 기술 및 기능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55E4B86-FD81-4416-8D50-F2FF3577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8" name="표 5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57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14875"/>
                <a:gridCol w="404812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기술 계획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기능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TypeScript, React, Next.js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업무·검토·제출 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Java, Spring Boot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처리와 역할별 권한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데이터베이스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PostgreSQL, JPA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결과물·검토·제출 이력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도구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Git, npm, Gradle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협업과 빌드 관리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운영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Docker, Nginx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aws</a:t>
                      </a:r>
                      <a:endParaRPr sz="1875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및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</a:t>
                      </a:r>
                      <a:endParaRPr sz="1875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091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402F24B-9C0A-45FF-AB0F-AEA460BA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구현 범위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718F65B-F7FB-48A4-896A-6EA1CEC5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8" name="표 5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57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14387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내용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시작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생성, 팀원 참여, 제출 조건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수행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배정, 진행 상태, 결과물 등록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검토와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검토, 수정 요청, 재검토, 완료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제출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통합본 검토, 최종본 확정, 제출 기록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완료 확인 및 결과·이력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211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07C97C9-D957-4234-889A-52E3A5F8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기존 개선점과 고도화 기능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6682B07-B771-4D22-AC27-A73CD32A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표 6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09875"/>
                <a:gridCol w="2476500"/>
                <a:gridCol w="2905125"/>
              </a:tblGrid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개선점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고도화 기능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기술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차별성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흐름이</a:t>
                      </a:r>
                    </a:p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 기준으로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업무와 결과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관계형 DB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할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일과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검토와</a:t>
                      </a:r>
                    </a:p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흐름 부족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 검토와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반영 추적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관리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전환 API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중에도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검토 가능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마무리와 제출</a:t>
                      </a:r>
                    </a:p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과정이 불명확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최종본 검토와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기록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저장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이력 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확정본과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D441354-FD87-4C4F-9DE1-34BFD5C4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우선 선정 기준: 실제 팀 프로젝트 흐름을 완성하는 기능</a:t>
            </a:r>
          </a:p>
        </p:txBody>
      </p:sp>
    </p:spTree>
    <p:extLst>
      <p:ext uri="{BB962C8B-B14F-4D97-AF65-F5344CB8AC3E}">
        <p14:creationId xmlns:p14="http://schemas.microsoft.com/office/powerpoint/2010/main" val="37336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87AE620-3D37-E7B3-9DAD-04803C4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추가 기능</a:t>
            </a:r>
            <a:endParaRPr sz="3150" b="1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2FDEBE2-9A37-DCBB-DA97-AEB8262B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sz="1275" b="0">
              <a:solidFill>
                <a:srgbClr val="57616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39C357E-FEC3-436D-7C30-3B1BAEA8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endParaRPr sz="2025" b="1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667999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8246"/>
                <a:gridCol w="3967942"/>
                <a:gridCol w="4451811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사항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차별성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</a:t>
                      </a:r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반응형 웹 디자인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CSS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미디어 쿼리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터치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스마트폰에서도 업무 확인과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피드백 가능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매니저 </a:t>
                      </a:r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Spring AI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데이터 기반 분석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업무와 제출 누락을 파악하고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처리할 업무와 다음 행동 제안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312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37813E6-6D0A-4279-AF92-C39E61A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스터디 계획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DDA1EBF-31BE-406B-80ED-027E045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sz="1275" b="0">
              <a:solidFill>
                <a:srgbClr val="57616A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9" name="표 6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334000"/>
                <a:gridCol w="276225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지식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내용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방식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서버·데이터 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상태, 관계형 DB, 권한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검토와 제출 이력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문서와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동작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 처리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변경, 수정 반영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파일·결과물 연결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시연과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규칙 공유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화면·사용자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React·Next.js, 화면 구성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 상태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시연과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의견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49B04A3-8DC2-402B-901B-2B8D440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담당 요소를 지속적으로 학습하고, 매주 팀원들과 공유합니다.</a:t>
            </a:r>
          </a:p>
        </p:txBody>
      </p:sp>
    </p:spTree>
    <p:extLst>
      <p:ext uri="{BB962C8B-B14F-4D97-AF65-F5344CB8AC3E}">
        <p14:creationId xmlns:p14="http://schemas.microsoft.com/office/powerpoint/2010/main" val="624961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5F1C777-8DCC-4276-81E7-3AA1143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개선 요소 및 요소별 담당자</a:t>
            </a:r>
            <a:endParaRPr sz="3150" b="1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122780A-81E6-4337-B09E-B724E59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13</a:t>
            </a:r>
            <a:endParaRPr sz="1275" b="0">
              <a:solidFill>
                <a:srgbClr val="57616A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9" name="표 6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2904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1905000"/>
                <a:gridCol w="4714875"/>
              </a:tblGrid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내용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프로젝트·서버·데이터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조건, DB, 권한, 배포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결과물·검토·제출 관리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버전, 검토 기록, 최종 제출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업무·수정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배정, 상태, 수정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현황·기록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현황과 활동 기록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화면·사용자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프로젝트·업무·검토·제출 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확인·발표 준비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흐름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및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정리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7A5A3CC-134C-45F3-81C5-CA4721E1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요소별 담당 배정안</a:t>
            </a:r>
          </a:p>
        </p:txBody>
      </p:sp>
    </p:spTree>
    <p:extLst>
      <p:ext uri="{BB962C8B-B14F-4D97-AF65-F5344CB8AC3E}">
        <p14:creationId xmlns:p14="http://schemas.microsoft.com/office/powerpoint/2010/main" val="1816743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2026-09-14T06:52:11.3210000Z</dcterms:created>
  <dcterms:modified xsi:type="dcterms:W3CDTF">2026-09-14T06:52:11.3210000Z</dcterms:modified>
</coreProperties>
</file>