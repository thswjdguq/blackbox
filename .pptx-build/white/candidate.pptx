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9fb2bc515487c" /><Relationship Type="http://schemas.openxmlformats.org/officeDocument/2006/relationships/extended-properties" Target="/docProps/app.xml" Id="R72d1cf6cd3ef47df" /><Relationship Type="http://schemas.openxmlformats.org/officeDocument/2006/relationships/officeDocument" Target="/ppt/presentation.xml" Id="R31934d5329d24d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376a619e9e40da"/>
  </p:sldMasterIdLst>
  <p:notesMasterIdLst>
    <p:notesMasterId xmlns:r="http://schemas.openxmlformats.org/officeDocument/2006/relationships" r:id="R9aaa244f21ad4dae"/>
  </p:notesMasterIdLst>
  <p:sldIdLst>
    <p:sldId xmlns:r="http://schemas.openxmlformats.org/officeDocument/2006/relationships" id="256" r:id="Rd89e5adb2012436e"/>
    <p:sldId xmlns:r="http://schemas.openxmlformats.org/officeDocument/2006/relationships" id="257" r:id="Rd2e36e715a0f4b5e"/>
    <p:sldId xmlns:r="http://schemas.openxmlformats.org/officeDocument/2006/relationships" id="258" r:id="Rb79451c598784602"/>
    <p:sldId xmlns:r="http://schemas.openxmlformats.org/officeDocument/2006/relationships" id="259" r:id="R5f2a9db31a7b452a"/>
    <p:sldId xmlns:r="http://schemas.openxmlformats.org/officeDocument/2006/relationships" id="260" r:id="R252d38b60413425f"/>
    <p:sldId xmlns:r="http://schemas.openxmlformats.org/officeDocument/2006/relationships" id="261" r:id="Rb2886342da3449b1"/>
    <p:sldId xmlns:r="http://schemas.openxmlformats.org/officeDocument/2006/relationships" id="262" r:id="Rcde63dad79094cc6"/>
    <p:sldId xmlns:r="http://schemas.openxmlformats.org/officeDocument/2006/relationships" id="263" r:id="R9e9e4bad9a584c4c"/>
    <p:sldId xmlns:r="http://schemas.openxmlformats.org/officeDocument/2006/relationships" id="264" r:id="Rd3c012bb6daa4f80"/>
    <p:sldId xmlns:r="http://schemas.openxmlformats.org/officeDocument/2006/relationships" id="265" r:id="R9172cc7da6964f9f"/>
    <p:sldId xmlns:r="http://schemas.openxmlformats.org/officeDocument/2006/relationships" id="266" r:id="R1c1139a2a0804db5"/>
    <p:sldId xmlns:r="http://schemas.openxmlformats.org/officeDocument/2006/relationships" id="267" r:id="Rb2d128deeb1b41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a8b1c3b4e40db" /><Relationship Type="http://schemas.openxmlformats.org/officeDocument/2006/relationships/slideMaster" Target="/ppt/slideMasters/slideMaster1.xml" Id="R77376a619e9e40da" /><Relationship Type="http://schemas.openxmlformats.org/officeDocument/2006/relationships/notesMaster" Target="/ppt/notesMasters/notesMaster1.xml" Id="R9aaa244f21ad4dae" /><Relationship Type="http://schemas.openxmlformats.org/officeDocument/2006/relationships/presProps" Target="/ppt/presProps.xml" Id="Rfba89d386d564556" /><Relationship Type="http://schemas.openxmlformats.org/officeDocument/2006/relationships/tableStyles" Target="/ppt/tableStyles.xml" Id="Rbc0ef93cc7cb47e0" /><Relationship Type="http://schemas.openxmlformats.org/officeDocument/2006/relationships/slide" Target="/ppt/slides/slide1.xml" Id="Rd89e5adb2012436e" /><Relationship Type="http://schemas.openxmlformats.org/officeDocument/2006/relationships/slide" Target="/ppt/slides/slide2.xml" Id="Rd2e36e715a0f4b5e" /><Relationship Type="http://schemas.openxmlformats.org/officeDocument/2006/relationships/slide" Target="/ppt/slides/slide3.xml" Id="Rb79451c598784602" /><Relationship Type="http://schemas.openxmlformats.org/officeDocument/2006/relationships/slide" Target="/ppt/slides/slide4.xml" Id="R5f2a9db31a7b452a" /><Relationship Type="http://schemas.openxmlformats.org/officeDocument/2006/relationships/slide" Target="/ppt/slides/slide5.xml" Id="R252d38b60413425f" /><Relationship Type="http://schemas.openxmlformats.org/officeDocument/2006/relationships/slide" Target="/ppt/slides/slide6.xml" Id="Rb2886342da3449b1" /><Relationship Type="http://schemas.openxmlformats.org/officeDocument/2006/relationships/slide" Target="/ppt/slides/slide7.xml" Id="Rcde63dad79094cc6" /><Relationship Type="http://schemas.openxmlformats.org/officeDocument/2006/relationships/slide" Target="/ppt/slides/slide8.xml" Id="R9e9e4bad9a584c4c" /><Relationship Type="http://schemas.openxmlformats.org/officeDocument/2006/relationships/slide" Target="/ppt/slides/slide9.xml" Id="Rd3c012bb6daa4f80" /><Relationship Type="http://schemas.openxmlformats.org/officeDocument/2006/relationships/slide" Target="/ppt/slides/slide10.xml" Id="R9172cc7da6964f9f" /><Relationship Type="http://schemas.openxmlformats.org/officeDocument/2006/relationships/slide" Target="/ppt/slides/slide11.xml" Id="R1c1139a2a0804db5" /><Relationship Type="http://schemas.openxmlformats.org/officeDocument/2006/relationships/slide" Target="/ppt/slides/slide12.xml" Id="Rb2d128deeb1b41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01394dd26148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f13d206664ee1" /><Relationship Type="http://schemas.openxmlformats.org/officeDocument/2006/relationships/notesMaster" Target="/ppt/notesMasters/notesMaster1.xml" Id="Rc3e813dcfdbb4e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1375569f684c7c" /><Relationship Type="http://schemas.openxmlformats.org/officeDocument/2006/relationships/notesMaster" Target="/ppt/notesMasters/notesMaster1.xml" Id="R3e3e0fd2f86644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8bba9fae7c4964" /><Relationship Type="http://schemas.openxmlformats.org/officeDocument/2006/relationships/notesMaster" Target="/ppt/notesMasters/notesMaster1.xml" Id="Rfe0667249c7d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7cfde0d524e45" /><Relationship Type="http://schemas.openxmlformats.org/officeDocument/2006/relationships/notesMaster" Target="/ppt/notesMasters/notesMaster1.xml" Id="R2cf8b3b304e44e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faa7fa74a14f15" /><Relationship Type="http://schemas.openxmlformats.org/officeDocument/2006/relationships/notesMaster" Target="/ppt/notesMasters/notesMaster1.xml" Id="Rfacdd9dda3f44a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5351579d0d4731" /><Relationship Type="http://schemas.openxmlformats.org/officeDocument/2006/relationships/notesMaster" Target="/ppt/notesMasters/notesMaster1.xml" Id="R383ffde4f687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bfbe35b8e744f9" /><Relationship Type="http://schemas.openxmlformats.org/officeDocument/2006/relationships/notesMaster" Target="/ppt/notesMasters/notesMaster1.xml" Id="R8a786f2a459f44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ef570f8e1146e1" /><Relationship Type="http://schemas.openxmlformats.org/officeDocument/2006/relationships/notesMaster" Target="/ppt/notesMasters/notesMaster1.xml" Id="R2e45af1d494648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8b4eab31cd4d9b" /><Relationship Type="http://schemas.openxmlformats.org/officeDocument/2006/relationships/notesMaster" Target="/ppt/notesMasters/notesMaster1.xml" Id="R7bae2d8f713444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1f14aebbdc4e8f" /><Relationship Type="http://schemas.openxmlformats.org/officeDocument/2006/relationships/notesMaster" Target="/ppt/notesMasters/notesMaster1.xml" Id="Rd7b654747d8244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3315ec415e4fc3" /><Relationship Type="http://schemas.openxmlformats.org/officeDocument/2006/relationships/notesMaster" Target="/ppt/notesMasters/notesMaster1.xml" Id="Rf6a55ef6b62b45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2cc076de194b83" /><Relationship Type="http://schemas.openxmlformats.org/officeDocument/2006/relationships/notesMaster" Target="/ppt/notesMasters/notesMaster1.xml" Id="R549a1fee39a94f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b213d1b0048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7319a86955462b" /><Relationship Type="http://schemas.openxmlformats.org/officeDocument/2006/relationships/slideLayout" Target="/ppt/slideLayouts/slideLayout1.xml" Id="Rd5e19b26e2c347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e19b26e2c347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222a496da46db" /><Relationship Type="http://schemas.openxmlformats.org/officeDocument/2006/relationships/notesSlide" Target="/ppt/notesSlides/notesSlide1.xml" Id="R55a5c246822a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927fe71a34378" /><Relationship Type="http://schemas.openxmlformats.org/officeDocument/2006/relationships/notesSlide" Target="/ppt/notesSlides/notesSlide2.xml" Id="R7548bef88ea54a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dd94a836a49af" /><Relationship Type="http://schemas.openxmlformats.org/officeDocument/2006/relationships/notesSlide" Target="/ppt/notesSlides/notesSlide3.xml" Id="Rac9d1e73f23f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7eacebb224f3a" /><Relationship Type="http://schemas.openxmlformats.org/officeDocument/2006/relationships/notesSlide" Target="/ppt/notesSlides/notesSlide4.xml" Id="R6c933017743f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24cffb45b4870" /><Relationship Type="http://schemas.openxmlformats.org/officeDocument/2006/relationships/notesSlide" Target="/ppt/notesSlides/notesSlide5.xml" Id="Rf41394e357c5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aa863faf04f2f" /><Relationship Type="http://schemas.openxmlformats.org/officeDocument/2006/relationships/notesSlide" Target="/ppt/notesSlides/notesSlide6.xml" Id="R712716c91c93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f528426064777" /><Relationship Type="http://schemas.openxmlformats.org/officeDocument/2006/relationships/notesSlide" Target="/ppt/notesSlides/notesSlide7.xml" Id="R35e80392b3e348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5c9b3d488473c" /><Relationship Type="http://schemas.openxmlformats.org/officeDocument/2006/relationships/notesSlide" Target="/ppt/notesSlides/notesSlide8.xml" Id="R184320ef257142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16e73c4384ea9" /><Relationship Type="http://schemas.openxmlformats.org/officeDocument/2006/relationships/notesSlide" Target="/ppt/notesSlides/notesSlide9.xml" Id="Ra9c742ef760a41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e0b0ecad74117" /><Relationship Type="http://schemas.openxmlformats.org/officeDocument/2006/relationships/notesSlide" Target="/ppt/notesSlides/notesSlide10.xml" Id="R30488167082748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751541af74c9e" /><Relationship Type="http://schemas.openxmlformats.org/officeDocument/2006/relationships/notesSlide" Target="/ppt/notesSlides/notesSlide11.xml" Id="R114b73d1353a44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606775ed04b75" /><Relationship Type="http://schemas.openxmlformats.org/officeDocument/2006/relationships/notesSlide" Target="/ppt/notesSlides/notesSlide12.xml" Id="Rc31261e7fb3b4e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34F1E-5FEF-4886-A6C6-2C2B018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SSAK-LOG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52721-C8B8-4CBC-ABFA-44584177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EBD07-0FF4-418C-9E8B-BA9E769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76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대학생 팀 프로젝트 PMS</a:t>
            </a:r>
          </a:p>
          <a:p xmlns:a="http://schemas.openxmlformats.org/drawingml/2006/main">
            <a:pPr>
              <a:defRPr sz="42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고도화 기획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90F57-6597-49A8-9D06-166FB24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Team Blackbox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D6C2C-E084-4628-8589-3DC66DC7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팀장 송승준    팀원 손정협 · 손정효</a:t>
            </a:r>
          </a:p>
        </p:txBody>
      </p:sp>
    </p:spTree>
    <p:extLst>
      <p:ext uri="{BB962C8B-B14F-4D97-AF65-F5344CB8AC3E}">
        <p14:creationId xmlns:p14="http://schemas.microsoft.com/office/powerpoint/2010/main" val="2111320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4F0B0-E7EF-4F04-A51E-F6B7F357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0F0BC-CB65-4F7B-B5BE-828237E6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D47B9-A5CC-4FE1-BF16-F9C0D6F6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조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AF19F-10A3-4AE9-9AC2-B610C03F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조 이름 및 각오, 진출 목표 산업, EXPO 출품 여부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4A438-963A-4137-B565-11AE00A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68B3E-FBEA-49A9-80E6-C708551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프로젝트 이름 및 개요, 핵심 기능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1C2C7-59FB-4E54-AE05-80EEA99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고도화 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9A94E-268D-44A8-BFDC-2B526AE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적용 기술, 구현 범위, 개선점과 차별성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54A21-DDA2-4BD9-B37C-C52AF58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스터디 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11C9D-21C8-4081-B172-45A0100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필요 지식, 공유 방식, 요소별 담당자</a:t>
            </a:r>
          </a:p>
        </p:txBody>
      </p:sp>
    </p:spTree>
    <p:extLst>
      <p:ext uri="{BB962C8B-B14F-4D97-AF65-F5344CB8AC3E}">
        <p14:creationId xmlns:p14="http://schemas.microsoft.com/office/powerpoint/2010/main" val="2146295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D5B38-1B80-49FB-BACB-FF756DD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조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DEE41-FD10-49FB-B941-DDFCB6D4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01000"/>
              </a:tblGrid>
              <a:tr h="58340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69C2A-79A8-4AF0-B912-8CD4B6A9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조 이름   Team Blackbox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9AC48-CFE0-46D8-A323-1444167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각오   실제 팀 프로젝트를 시작부터 제출까지</a:t>
            </a:r>
          </a:p>
          <a:p xmlns:a="http://schemas.openxmlformats.org/drawingml/2006/main">
            <a:pPr>
              <a:defRPr sz="217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          끝낼 수 있는 PMS를 만들겠습니다.</a:t>
            </a:r>
          </a:p>
        </p:txBody>
      </p:sp>
    </p:spTree>
    <p:extLst>
      <p:ext uri="{BB962C8B-B14F-4D97-AF65-F5344CB8AC3E}">
        <p14:creationId xmlns:p14="http://schemas.microsoft.com/office/powerpoint/2010/main" val="457037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B7953-3083-44FF-8591-8C0DC5E1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진출 목표 산업 및 신구 EXPO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9C419-2FBC-4791-B68B-B804810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A1DC-88A8-45A9-ACA9-432F4E0F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진출 목표 산업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DAD73-7BCE-454D-BF23-03E7EBBA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교육 소프트웨어(EdTech)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팀 협업 소프트웨어(SaaS)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2B4B1-0632-46A9-8A8B-BEA3003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목표 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75117-A5A3-4EAA-8187-7D715D8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한 학기 동안 공동 결과물을 제출하는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3~6인 대학생 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F1393-2937-4425-A959-C9DE2A7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EXPO 출품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CBD66-2677-4325-ACFF-DA639934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미정 · 팀 협의 후 결정</a:t>
            </a:r>
          </a:p>
        </p:txBody>
      </p:sp>
    </p:spTree>
    <p:extLst>
      <p:ext uri="{BB962C8B-B14F-4D97-AF65-F5344CB8AC3E}">
        <p14:creationId xmlns:p14="http://schemas.microsoft.com/office/powerpoint/2010/main" val="1716825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EDAAF-CD90-49C7-A948-02D75976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프로젝트 주제 및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390A1-7578-44FA-BF36-1F7139A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C220E-1BAF-4B52-8740-40D41687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프로젝트 이름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B8788-3097-4B88-91EA-6CFE804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SSAK-LOG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8BBEB-6C78-4FF3-9F77-6CAA686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프로젝트 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6A769-0FC5-4224-A552-2826735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과제 시작부터 중간 검토와 최종 제출까지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연결하는 대학생 팀 프로젝트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08468-D4F8-4FF2-B92E-BBC6543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필요성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D8F6F-A2F5-437F-BDB6-A9072D30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분담한 업무와 결과물을 한곳에서 관리하고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피드백의 반영 여부와 제출 준비 상태를 확인</a:t>
            </a:r>
          </a:p>
        </p:txBody>
      </p:sp>
    </p:spTree>
    <p:extLst>
      <p:ext uri="{BB962C8B-B14F-4D97-AF65-F5344CB8AC3E}">
        <p14:creationId xmlns:p14="http://schemas.microsoft.com/office/powerpoint/2010/main" val="1877182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D684D-BCA5-48B2-9DB8-E457973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핵심 기능: 팀 프로젝트 수행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B6A95-B4B6-454C-9672-C65FA39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1438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기능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제출물·요구사항·제출 기한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분담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담당자·마감일·완료 기준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및 반복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결과 공유, 피드백과 수정 내용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 통합, 요구사항 충족 여부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및 마무리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최종본 확정, 제출 기록 저장, 프로젝트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60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8AA1C-EC23-4A51-8CAD-57ACD47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핵심 기능: 반복 검토와 제출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F311E-8AB9-4CB1-BB0D-EF253C1F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FB478-B46C-43F0-940C-1C2140F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중간 검토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62D38-B3B1-4991-A6B4-FFE021F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진행 중에도 초안을 공유하고 검토 요청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수정 사항에 담당자와 기한을 지정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3994-A57E-4E9F-A860-31DB5DBB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최종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8061-1741-489E-A439-8244DA6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개별 작업을 합친 최종본을 다시 확인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필수 내용과 수정 반영 여부를 확인한 뒤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65A03-8EFA-48E3-892E-399AC22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제출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59397-7B59-4EDB-BA5B-D45EFAA5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확정본을 교수님께 지정 경로로 직접 제출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제출 버전과 시각을 PMS에 기록</a:t>
            </a:r>
          </a:p>
        </p:txBody>
      </p:sp>
    </p:spTree>
    <p:extLst>
      <p:ext uri="{BB962C8B-B14F-4D97-AF65-F5344CB8AC3E}">
        <p14:creationId xmlns:p14="http://schemas.microsoft.com/office/powerpoint/2010/main" val="460851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B2346-376B-4F66-A21D-310E35A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적용 기술 및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E4B86-FD81-4416-8D50-F2FF3577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14875"/>
                <a:gridCol w="404812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기술 계획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기능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TypeScript, React, Next.js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업무·검토·제출 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Java, Spring Boot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처리와 역할별 권한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데이터베이스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PostgreSQL, JPA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결과물·검토·제출 이력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도구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Git, npm, Gradle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협업과 빌드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Docker, 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실행 및 배포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091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2F24B-9C0A-45FF-AB0F-AEA460B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구현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8F65B-F7FB-48A4-896A-6EA1CEC5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1438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내용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생성, 팀원 참여, 제출 조건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수행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배정, 진행 상태, 결과물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검토와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검토, 수정 요청, 재검토, 완료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제출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통합본 검토, 최종본 확정, 제출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완료 확인 및 결과·이력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211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C97C9-D957-4234-889A-52E3A5F8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기존 개선점과 고도화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82B07-B771-4D22-AC27-A73CD32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09875"/>
                <a:gridCol w="2476500"/>
                <a:gridCol w="2905125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개선점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고도화 기능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기술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차별성·우수성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흐름이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 기준으로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업무와 결과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관계형 DB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할 일과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 항목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검토와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흐름 부족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 검토와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반영 추적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관리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전환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중에도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검토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마무리와 제출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과정이 불명확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최종본 검토와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기록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저장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이력 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확정본과 실제</a:t>
                      </a:r>
                    </a:p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상태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41354-FD87-4C4F-9DE1-34BFD5C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우선 선정 기준: 실제 팀 프로젝트 흐름을 완성하는 기능</a:t>
            </a:r>
          </a:p>
        </p:txBody>
      </p:sp>
    </p:spTree>
    <p:extLst>
      <p:ext uri="{BB962C8B-B14F-4D97-AF65-F5344CB8AC3E}">
        <p14:creationId xmlns:p14="http://schemas.microsoft.com/office/powerpoint/2010/main" val="37336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813E6-6D0A-4279-AF92-C39E61A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스터디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A1EBF-31BE-406B-80ED-027E045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334000"/>
                <a:gridCol w="276225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지식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내용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방식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서버·데이터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상태, 관계형 DB, 권한</a:t>
                      </a:r>
                    </a:p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검토와 제출 이력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문서와</a:t>
                      </a:r>
                    </a:p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동작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변경, 수정 반영</a:t>
                      </a:r>
                    </a:p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파일·결과물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시연과</a:t>
                      </a:r>
                    </a:p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규칙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화면·사용자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React·Next.js, 화면 구성</a:t>
                      </a:r>
                    </a:p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 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시연과</a:t>
                      </a:r>
                    </a:p>
                    <a:p>
                      <a:r>
                        <a:rPr sz="1875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의견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B04A3-8DC2-402B-901B-2B8D440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담당 요소를 지속적으로 학습하고, 매주 팀원들과 공유합니다.</a:t>
            </a:r>
          </a:p>
        </p:txBody>
      </p:sp>
    </p:spTree>
    <p:extLst>
      <p:ext uri="{BB962C8B-B14F-4D97-AF65-F5344CB8AC3E}">
        <p14:creationId xmlns:p14="http://schemas.microsoft.com/office/powerpoint/2010/main" val="6249613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1C777-8DCC-4276-81E7-3AA1143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rPr>
              <a:t>식별된 요소 및 요소별 담당자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2780A-81E6-4337-B09E-B724E59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1905000"/>
                <a:gridCol w="4714875"/>
              </a:tblGrid>
              <a:tr h="54700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식별된 요소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내용</a:t>
                      </a:r>
                    </a:p>
                  </a:txBody>
                  <a:tcPr marL="91440" marR="91440" marT="45720" marB="45720">
                    <a:solidFill>
                      <a:srgbClr val="F0F2F3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프로젝트·서버·데이터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조건, DB, 권한, 배포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결과물·검토·제출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버전, 검토 기록, 최종 제출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업무·수정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배정, 상태, 수정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현황·기록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현황과 활동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화면·사용자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프로젝트·업무·검토·제출 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확인·발표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흐름 확인 및 자료 정리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5A3CC-134C-45F3-81C5-CA4721E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16A"/>
                </a:solidFill>
                <a:latin typeface="Malgun Gothic"/>
                <a:ea typeface="Malgun Gothic"/>
                <a:cs typeface="Malgun Gothic"/>
              </a:rPr>
              <a:t>요소별 담당 배정안</a:t>
            </a:r>
          </a:p>
        </p:txBody>
      </p:sp>
    </p:spTree>
    <p:extLst>
      <p:ext uri="{BB962C8B-B14F-4D97-AF65-F5344CB8AC3E}">
        <p14:creationId xmlns:p14="http://schemas.microsoft.com/office/powerpoint/2010/main" val="1816743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2026-09-14T06:33:02.2770000Z</dcterms:created>
  <dcterms:modified xsi:type="dcterms:W3CDTF">2026-09-14T06:33:02.2770000Z</dcterms:modified>
</coreProperties>
</file>