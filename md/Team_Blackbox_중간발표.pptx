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6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807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Shape 1"/>
          <p:cNvSpPr/>
          <p:nvPr/>
        </p:nvSpPr>
        <p:spPr>
          <a:xfrm>
            <a:off x="3246120" y="0"/>
            <a:ext cx="45720" cy="51480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60120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1389888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Blackbox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2920" y="2304288"/>
            <a:ext cx="21488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2423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송승준  ·  송병철  ·  손정협  ·  손정효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" y="28163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B9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컴퓨터소프트웨어과</a:t>
            </a:r>
            <a:r>
              <a:rPr lang="en-US" sz="900" dirty="0">
                <a:solidFill>
                  <a:srgbClr val="7B9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r>
              <a:rPr lang="en-US" sz="900" dirty="0" err="1">
                <a:solidFill>
                  <a:srgbClr val="7B9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</a:t>
            </a:r>
            <a:r>
              <a:rPr lang="en-US" sz="900" dirty="0">
                <a:solidFill>
                  <a:srgbClr val="7B9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>
                <a:solidFill>
                  <a:srgbClr val="7B9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</a:t>
            </a:r>
            <a:r>
              <a:rPr lang="en-US" sz="900" dirty="0" err="1">
                <a:solidFill>
                  <a:srgbClr val="7B9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29000" y="777240"/>
            <a:ext cx="5440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발표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3429000" y="2286000"/>
            <a:ext cx="5440680" cy="47548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228600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기여도 자동 증빙 플랫폼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2880360"/>
            <a:ext cx="34747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99923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컴퓨터소프트웨어과  ·  프로젝트 구현  · 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103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Blackbox  ·  손에 손잡고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01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103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Blackbox  ·  손에 손잡고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103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416052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749808"/>
            <a:ext cx="475488" cy="34747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74980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768096"/>
            <a:ext cx="2926080" cy="18068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930493"/>
            <a:ext cx="2926080" cy="159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+ 해결 방향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41605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749808"/>
            <a:ext cx="475488" cy="34747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74980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39512" y="768096"/>
            <a:ext cx="2926080" cy="18068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39512" y="930493"/>
            <a:ext cx="2926080" cy="159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· Backend · DB · 인프라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161288"/>
            <a:ext cx="416052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161288"/>
            <a:ext cx="475488" cy="34747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16128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1179576"/>
            <a:ext cx="2926080" cy="18068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환경/도구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1341973"/>
            <a:ext cx="2926080" cy="159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IDE · 컨테이너 · 협업 도구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1161288"/>
            <a:ext cx="41605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1161288"/>
            <a:ext cx="475488" cy="34747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16128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39512" y="1179576"/>
            <a:ext cx="2926080" cy="18068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Software Architecture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9512" y="1341973"/>
            <a:ext cx="2926080" cy="159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구성도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1572768"/>
            <a:ext cx="416052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1572768"/>
            <a:ext cx="475488" cy="34747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157276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1591056"/>
            <a:ext cx="2926080" cy="18068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Diagram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1753453"/>
            <a:ext cx="2926080" cy="159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기능 &amp; 역할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1572768"/>
            <a:ext cx="41605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1572768"/>
            <a:ext cx="475488" cy="34747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157276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39512" y="1591056"/>
            <a:ext cx="2926080" cy="18068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기능 진척도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39512" y="1753453"/>
            <a:ext cx="2926080" cy="159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구현 현황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1984248"/>
            <a:ext cx="416052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1984248"/>
            <a:ext cx="475488" cy="34747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198424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4672" y="2002536"/>
            <a:ext cx="2926080" cy="18068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소개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" y="2164933"/>
            <a:ext cx="2926080" cy="159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 Vault · AI · Score Engine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9160" y="1984248"/>
            <a:ext cx="41605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1984248"/>
            <a:ext cx="475488" cy="34747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45" name="Text 43"/>
          <p:cNvSpPr/>
          <p:nvPr/>
        </p:nvSpPr>
        <p:spPr>
          <a:xfrm>
            <a:off x="4709160" y="198424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39512" y="2002536"/>
            <a:ext cx="2926080" cy="18068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캡처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39512" y="2164933"/>
            <a:ext cx="2926080" cy="159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시연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2395728"/>
            <a:ext cx="416052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2395728"/>
            <a:ext cx="475488" cy="34747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239572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4672" y="2414016"/>
            <a:ext cx="2926080" cy="18068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04672" y="2576413"/>
            <a:ext cx="2926080" cy="159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Entity Relationship Diagram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09160" y="2395728"/>
            <a:ext cx="41605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09160" y="2395728"/>
            <a:ext cx="475488" cy="34747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55" name="Text 53"/>
          <p:cNvSpPr/>
          <p:nvPr/>
        </p:nvSpPr>
        <p:spPr>
          <a:xfrm>
            <a:off x="4709160" y="239572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39512" y="2414016"/>
            <a:ext cx="2926080" cy="18068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특장점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39512" y="2576413"/>
            <a:ext cx="2926080" cy="159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PMS 대비 차별점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74320" y="2807208"/>
            <a:ext cx="416052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" y="2807208"/>
            <a:ext cx="475488" cy="34747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60" name="Text 58"/>
          <p:cNvSpPr/>
          <p:nvPr/>
        </p:nvSpPr>
        <p:spPr>
          <a:xfrm>
            <a:off x="274320" y="280720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04672" y="2825496"/>
            <a:ext cx="2926080" cy="18068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당면 문제 &amp; 극복방안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04672" y="2987893"/>
            <a:ext cx="2926080" cy="159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해결 과정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09160" y="2807208"/>
            <a:ext cx="41605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09160" y="2807208"/>
            <a:ext cx="475488" cy="34747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65" name="Text 63"/>
          <p:cNvSpPr/>
          <p:nvPr/>
        </p:nvSpPr>
        <p:spPr>
          <a:xfrm>
            <a:off x="4709160" y="280720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239512" y="2825496"/>
            <a:ext cx="2926080" cy="18068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일정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239512" y="2987893"/>
            <a:ext cx="2926080" cy="159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9~15주차 계획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01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주제 및 내용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103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Blackbox  ·  손에 손잡고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03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3977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7772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161288"/>
            <a:ext cx="3977640" cy="26060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207008"/>
            <a:ext cx="3749040" cy="2468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기여도를 공정하게 증명할 수단 부재</a:t>
            </a:r>
            <a:endParaRPr lang="en-US" sz="12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카카오톡·노션·깃허브 활동이 분산돼 통합 증거 없음</a:t>
            </a:r>
            <a:endParaRPr lang="en-US" sz="12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무임승차 감지 및 교수 검증 수단 없음</a:t>
            </a:r>
            <a:endParaRPr lang="en-US" sz="12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내용이 태스크로 연결되지 않아 실행력 저하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434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892040" y="777240"/>
            <a:ext cx="3977640" cy="384048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7772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1161288"/>
            <a:ext cx="3977640" cy="2606040"/>
          </a:xfrm>
          <a:prstGeom prst="rect">
            <a:avLst/>
          </a:prstGeom>
          <a:solidFill>
            <a:srgbClr val="EEF2FF"/>
          </a:solidFill>
          <a:ln w="12700">
            <a:solidFill>
              <a:srgbClr val="3730A3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207008"/>
            <a:ext cx="3749040" cy="2468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SHA-256 Hash로 파일 무결성 자동 고정 → 조작 불가 증거</a:t>
            </a:r>
            <a:endParaRPr lang="en-US" sz="12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AI로 회의록 요약 + 액션아이템 → 칸반 자동 생성</a:t>
            </a:r>
            <a:endParaRPr lang="en-US" sz="12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내부 활동 기반 기여도 자동 산출 + 경보 시스템</a:t>
            </a:r>
            <a:endParaRPr lang="en-US" sz="12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Notion/Google Calendar 연동으로 업무 자동화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913632"/>
            <a:ext cx="859536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91363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"우리가 데이터를 만들지 않는다. 외부 시스템이 이미 기록한 데이터를 읽어올 뿐이다."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01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103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Blackbox  ·  손에 손잡고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03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58952"/>
            <a:ext cx="1664208" cy="384048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758952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143000"/>
            <a:ext cx="1664208" cy="475488"/>
          </a:xfrm>
          <a:prstGeom prst="rect">
            <a:avLst/>
          </a:prstGeom>
          <a:solidFill>
            <a:srgbClr val="EEF2FF"/>
          </a:solidFill>
          <a:ln w="635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143000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16.2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618488"/>
            <a:ext cx="1664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3730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1618488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093976"/>
            <a:ext cx="1664208" cy="475488"/>
          </a:xfrm>
          <a:prstGeom prst="rect">
            <a:avLst/>
          </a:prstGeom>
          <a:solidFill>
            <a:srgbClr val="EEF2FF"/>
          </a:solidFill>
          <a:ln w="6350">
            <a:solidFill>
              <a:srgbClr val="3730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2093976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569464"/>
            <a:ext cx="1664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3730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2569464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Recharts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044952"/>
            <a:ext cx="1664208" cy="475488"/>
          </a:xfrm>
          <a:prstGeom prst="rect">
            <a:avLst/>
          </a:prstGeom>
          <a:solidFill>
            <a:srgbClr val="EEF2FF"/>
          </a:solidFill>
          <a:ln w="6350">
            <a:solidFill>
              <a:srgbClr val="3730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304495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dnd-kit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29968" y="758952"/>
            <a:ext cx="1664208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2029968" y="758952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29968" y="1143000"/>
            <a:ext cx="1664208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6544" y="1143000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17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29968" y="1618488"/>
            <a:ext cx="1664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6544" y="1618488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3.x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29968" y="2093976"/>
            <a:ext cx="1664208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66544" y="2093976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29968" y="2569464"/>
            <a:ext cx="1664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66544" y="2569464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Auth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029968" y="3044952"/>
            <a:ext cx="1664208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66544" y="304495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 + Flyway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785616" y="758952"/>
            <a:ext cx="1664208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3785616" y="758952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85616" y="1143000"/>
            <a:ext cx="1664208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22192" y="1143000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16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785616" y="1618488"/>
            <a:ext cx="1664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22192" y="1618488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Flyway V1~V14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785616" y="2093976"/>
            <a:ext cx="1664208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22192" y="2093976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14개 테이블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541264" y="758952"/>
            <a:ext cx="166420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5541264" y="758952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41264" y="1143000"/>
            <a:ext cx="1664208" cy="475488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1143000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541264" y="1618488"/>
            <a:ext cx="1664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1618488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541264" y="2093976"/>
            <a:ext cx="1664208" cy="475488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2093976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/ SSL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296912" y="758952"/>
            <a:ext cx="166420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7296912" y="758952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296912" y="1143000"/>
            <a:ext cx="1664208" cy="475488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33488" y="1143000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API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296912" y="1618488"/>
            <a:ext cx="1664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33488" y="1618488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Notion API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296912" y="2093976"/>
            <a:ext cx="1664208" cy="475488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33488" y="2093976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Calendar API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01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환경 / 도구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103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Blackbox  ·  손에 손잡고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03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411480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777240"/>
            <a:ext cx="64008" cy="71323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84124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IntelliJ IDEA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" y="1143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Java / Spring Boot 개발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11480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777240"/>
            <a:ext cx="64008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84124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1143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Next.js / TypeScript 개발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655064"/>
            <a:ext cx="411480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655064"/>
            <a:ext cx="64008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17190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Desktop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" y="202082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스택 컨테이너화 · docker compose 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655064"/>
            <a:ext cx="411480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655064"/>
            <a:ext cx="64008" cy="7132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4910328" y="17190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0328" y="202082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 / 브랜치 전략 / PR 관리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532888"/>
            <a:ext cx="411480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532888"/>
            <a:ext cx="64008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259689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" y="28986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테스트 &amp; 문서화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532888"/>
            <a:ext cx="411480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532888"/>
            <a:ext cx="64008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259689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10328" y="28986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DB 관리 · Flyway 마이그레이션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blackbox\md\slid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blackbox\md\slide_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01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기능 대비 진척도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발표 기준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103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Blackbox  ·  손에 손잡고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03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80467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구축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97480" y="841248"/>
            <a:ext cx="5303520" cy="23774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841248"/>
            <a:ext cx="530352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110728" y="804672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" y="120700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/ 프로젝트 관리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97480" y="1243584"/>
            <a:ext cx="5303520" cy="23774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7480" y="1243584"/>
            <a:ext cx="5038344" cy="237744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6" name="Text 14"/>
          <p:cNvSpPr/>
          <p:nvPr/>
        </p:nvSpPr>
        <p:spPr>
          <a:xfrm>
            <a:off x="8110728" y="120700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" y="160934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칸반 보드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97480" y="1645920"/>
            <a:ext cx="5303520" cy="23774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97480" y="1645920"/>
            <a:ext cx="5038344" cy="23774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8110728" y="1609344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" y="201168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/ AI 연동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97480" y="2048256"/>
            <a:ext cx="5303520" cy="23774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7480" y="2048256"/>
            <a:ext cx="530352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8110728" y="2011680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241401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 Vault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697480" y="2450592"/>
            <a:ext cx="5303520" cy="23774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7480" y="2450592"/>
            <a:ext cx="530352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8110728" y="2414016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" y="281635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Engine / 경보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697480" y="2852928"/>
            <a:ext cx="5303520" cy="23774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7480" y="2852928"/>
            <a:ext cx="5303520" cy="2377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8110728" y="2816352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74320" y="321868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/ Notion 연동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697480" y="3255264"/>
            <a:ext cx="5303520" cy="23774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97480" y="3255264"/>
            <a:ext cx="530352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8110728" y="321868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74320" y="362102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Calendar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697480" y="3657600"/>
            <a:ext cx="5303520" cy="23774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7480" y="3657600"/>
            <a:ext cx="4773168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8110728" y="3621024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74320" y="4297680"/>
            <a:ext cx="8595360" cy="402336"/>
          </a:xfrm>
          <a:prstGeom prst="rect">
            <a:avLst/>
          </a:prstGeom>
          <a:solidFill>
            <a:srgbClr val="EEF2FF"/>
          </a:solidFill>
          <a:ln w="10160">
            <a:solidFill>
              <a:srgbClr val="3730A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29768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평균 진척도: 98%  ·  MVP 완성 (중간 발표 기준)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01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소개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103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Blackbox  ·  손에 손잡고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03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86384"/>
            <a:ext cx="2011680" cy="3566160"/>
          </a:xfrm>
          <a:prstGeom prst="rect">
            <a:avLst/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786384"/>
            <a:ext cx="2011680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" y="804672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 Vault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" y="1152144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 불가 증거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517904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517904"/>
            <a:ext cx="17922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SHA-256 해시 자동 고정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32304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432304"/>
            <a:ext cx="17922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변조 감지 &amp; 이력 추적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346704"/>
            <a:ext cx="17922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타임라인 + ZIP 제출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23744" y="786384"/>
            <a:ext cx="2011680" cy="3566160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23744" y="786384"/>
            <a:ext cx="2011680" cy="621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804672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회의록 자동화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1152144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API 연동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15184" y="1517904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1517904"/>
            <a:ext cx="17922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AI 요약 생성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15184" y="2432304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2432304"/>
            <a:ext cx="17922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액션아이템 자동 추출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15184" y="3346704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33472" y="3346704"/>
            <a:ext cx="17922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Notion 자동 내보내기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73168" y="786384"/>
            <a:ext cx="2011680" cy="3566160"/>
          </a:xfrm>
          <a:prstGeom prst="rect">
            <a:avLst/>
          </a:prstGeom>
          <a:solidFill>
            <a:srgbClr val="ECFEFF"/>
          </a:solidFill>
          <a:ln w="15240">
            <a:solidFill>
              <a:srgbClr val="0891B2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786384"/>
            <a:ext cx="2011680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809744" y="804672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여부 분석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9744" y="1152144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Engine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64608" y="1517904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1517904"/>
            <a:ext cx="17922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기반 기여도 산출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64608" y="2432304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432304"/>
            <a:ext cx="17922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FULL/PARTIAL/NONE 분류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64608" y="3346704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3346704"/>
            <a:ext cx="17922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불균형·벼락치기 경보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22592" y="786384"/>
            <a:ext cx="2011680" cy="3566160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022592" y="786384"/>
            <a:ext cx="2011680" cy="6217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7059168" y="804672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일정 추천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59168" y="1152144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+ Google Calendar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14032" y="1517904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1517904"/>
            <a:ext cx="17922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캘린더 freeBusy 조회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114032" y="2432304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0" y="2432304"/>
            <a:ext cx="17922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최적 시간 추천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14032" y="3346704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0" y="3346704"/>
            <a:ext cx="17922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GCal 이벤트 자동 등록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01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캡처 — 주요 화면 (1)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Screenshot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103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Blackbox  ·  손에 손잡고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03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68096"/>
            <a:ext cx="2633472" cy="1801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C:\blackbox\md\screenshot\프로젝트홈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822960"/>
            <a:ext cx="2523744" cy="1481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2340864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홈 대시보드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768096"/>
            <a:ext cx="2633472" cy="1801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C:\blackbox\md\screenshot\칸반보드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822960"/>
            <a:ext cx="2523744" cy="1481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54680" y="2340864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칸반 보드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768096"/>
            <a:ext cx="2633472" cy="1801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C:\blackbox\md\screenshot\회의록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4" y="822960"/>
            <a:ext cx="2523744" cy="1481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340864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회의록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01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캡처 — 주요 화면 (2)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Screenshot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103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Blackbox  ·  손에 손잡고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03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68096"/>
            <a:ext cx="2633472" cy="1801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C:\blackbox\md\screenshot\hashva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822960"/>
            <a:ext cx="2523744" cy="1481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2340864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 Vault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768096"/>
            <a:ext cx="2633472" cy="1801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C:\blackbox\md\screenshot\기여도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822960"/>
            <a:ext cx="2523744" cy="1481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54680" y="2340864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기여도 분석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768096"/>
            <a:ext cx="2633472" cy="1801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C:\blackbox\md\screenshot\ai일정추천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4" y="822960"/>
            <a:ext cx="2523744" cy="1481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340864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일정 추천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blackbox\md\slide_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01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특장점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PMS 대비 차별점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103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Blackbox  ·  손에 손잡고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03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86384"/>
            <a:ext cx="4206240" cy="1737360"/>
          </a:xfrm>
          <a:prstGeom prst="rect">
            <a:avLst/>
          </a:prstGeom>
          <a:solidFill>
            <a:srgbClr val="F8FAFC"/>
          </a:solidFill>
          <a:ln w="19050">
            <a:solidFill>
              <a:srgbClr val="DC2626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786384"/>
            <a:ext cx="530352" cy="1737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832104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" y="87782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 불가 증거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" y="1261872"/>
            <a:ext cx="34290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SHA-256 해시 고정 + 변조 자동 감지.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회의록·파일·활동 모두 외부 시스템 기록 기반 → 수동 조작 원천 차단.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786384"/>
            <a:ext cx="4206240" cy="1737360"/>
          </a:xfrm>
          <a:prstGeom prst="rect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786384"/>
            <a:ext cx="530352" cy="1737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832104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58384" y="87782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완전 자동화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58384" y="1261872"/>
            <a:ext cx="34290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→ AI 요약 → 액션아이템 → 칸반 태스크 → Notion 동기화까지 원클릭 완성.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752344"/>
            <a:ext cx="4206240" cy="1737360"/>
          </a:xfrm>
          <a:prstGeom prst="rect">
            <a:avLst/>
          </a:prstGeom>
          <a:solidFill>
            <a:srgbClr val="F8FAFC"/>
          </a:solidFill>
          <a:ln w="19050">
            <a:solidFill>
              <a:srgbClr val="3730A3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752344"/>
            <a:ext cx="530352" cy="173736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798064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7824" y="284378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전용 설계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" y="3227832"/>
            <a:ext cx="34290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Jira·Asana는 기업용 · 교수 뷰 없음 · 무임승차 탐지 부재.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Blackbox는 참여 증빙 + AI 경보 내장.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752344"/>
            <a:ext cx="4206240" cy="173736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752344"/>
            <a:ext cx="530352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798064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58384" y="284378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팀플 증거 패키지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58384" y="3227832"/>
            <a:ext cx="34290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+ 활동 이력 + PDF 리포트 + Vault 해시 이력 → ZIP 한 번에 교수 제출.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01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당면 문제 및 극복방안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103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Blackbox  ·  손에 손잡고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03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95528"/>
            <a:ext cx="8595360" cy="118872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795528"/>
            <a:ext cx="438912" cy="118872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795528"/>
            <a:ext cx="438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868680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Chrome HTTPS (HSTS) 이슈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" y="117957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원인: SSL 설정 후 Chrome이 localhost HSTS 캐싱으로 접속 불가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" y="1481328"/>
            <a:ext cx="7955280" cy="34747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4813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nginx/Dockerfile에서 자체 서명 인증서 자동 생성 + HSTS 헤더 제거로 해결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30552"/>
            <a:ext cx="8595360" cy="118872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30552"/>
            <a:ext cx="438912" cy="118872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130552"/>
            <a:ext cx="438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6384" y="2203704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칸반 드래그앤드롭 동작 불가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25146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원인: dnd-kit listeners 이벤트 바인딩 위치 오류로 드래그 시작 안 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6384" y="2816352"/>
            <a:ext cx="7955280" cy="34747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281635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listeners를 카드 최상위 div로 이동 후 정상 동작 확인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65576"/>
            <a:ext cx="8595360" cy="118872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  <a:effectLst>
            <a:outerShdw blurRad="635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465576"/>
            <a:ext cx="438912" cy="118872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465576"/>
            <a:ext cx="438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86384" y="3538728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Calendar OAuth 401 오류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" y="384962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원인: Cloud Console OAuth 클라이언트 ID와 서버 환경변수 불일치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6384" y="4151376"/>
            <a:ext cx="7955280" cy="34747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15137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Cloud Console OAuth 클라이언트 재설정 진행 중 (90% 완료)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01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일정 계획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~ 15주차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103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Blackbox  ·  손에 손잡고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03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804672"/>
            <a:ext cx="1417320" cy="493776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04672"/>
            <a:ext cx="1417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56232" y="804672"/>
            <a:ext cx="5943600" cy="493776"/>
          </a:xfrm>
          <a:prstGeom prst="rect">
            <a:avLst/>
          </a:prstGeom>
          <a:solidFill>
            <a:srgbClr val="EEF2FF"/>
          </a:solidFill>
          <a:ln w="1651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804672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안정화 + 통합 테스트  ✓ 완료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9560" y="877824"/>
            <a:ext cx="749808" cy="347472"/>
          </a:xfrm>
          <a:prstGeom prst="rect">
            <a:avLst/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877824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389888"/>
            <a:ext cx="1417320" cy="493776"/>
          </a:xfrm>
          <a:prstGeom prst="rect">
            <a:avLst/>
          </a:prstGeom>
          <a:solidFill>
            <a:srgbClr val="F1F5F9"/>
          </a:solidFill>
          <a:ln w="10160">
            <a:solidFill>
              <a:srgbClr val="3730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389888"/>
            <a:ext cx="1417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10~11주차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56232" y="1389888"/>
            <a:ext cx="594360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3730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1389888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App 연동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9560" y="1463040"/>
            <a:ext cx="749808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3730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1463040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975104"/>
            <a:ext cx="1417320" cy="493776"/>
          </a:xfrm>
          <a:prstGeom prst="rect">
            <a:avLst/>
          </a:prstGeom>
          <a:solidFill>
            <a:srgbClr val="F1F5F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975104"/>
            <a:ext cx="1417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56232" y="1975104"/>
            <a:ext cx="594360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93392" y="1975104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Drive 연동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09560" y="2048256"/>
            <a:ext cx="749808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2048256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560320"/>
            <a:ext cx="1417320" cy="493776"/>
          </a:xfrm>
          <a:prstGeom prst="rect">
            <a:avLst/>
          </a:prstGeom>
          <a:solidFill>
            <a:srgbClr val="F1F5F9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560320"/>
            <a:ext cx="1417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56232" y="2560320"/>
            <a:ext cx="594360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2560320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피어리뷰 + AI 고도화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09560" y="2633472"/>
            <a:ext cx="749808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2633472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145536"/>
            <a:ext cx="1417320" cy="493776"/>
          </a:xfrm>
          <a:prstGeom prst="rect">
            <a:avLst/>
          </a:prstGeom>
          <a:solidFill>
            <a:srgbClr val="F1F5F9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145536"/>
            <a:ext cx="1417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56232" y="3145536"/>
            <a:ext cx="594360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3145536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발표 준비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909560" y="3218688"/>
            <a:ext cx="749808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321868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730752"/>
            <a:ext cx="1417320" cy="493776"/>
          </a:xfrm>
          <a:prstGeom prst="rect">
            <a:avLst/>
          </a:prstGeom>
          <a:solidFill>
            <a:srgbClr val="F1F5F9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730752"/>
            <a:ext cx="1417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56232" y="3730752"/>
            <a:ext cx="594360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93392" y="3730752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발표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909560" y="3803904"/>
            <a:ext cx="749808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9560" y="3803904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18872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2240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Blackbox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0" y="2788920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CFB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기여도 자동 증빙 플랫폼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45643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송승준  ·  송병철  ·  손정협  ·  손정효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38404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D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컴퓨터소프트웨어과  ·  손에 손잡고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</Words>
  <Application>Microsoft Office PowerPoint</Application>
  <PresentationFormat>화면 슬라이드 쇼(16:9)</PresentationFormat>
  <Paragraphs>244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정협 손</cp:lastModifiedBy>
  <cp:revision>4</cp:revision>
  <dcterms:created xsi:type="dcterms:W3CDTF">2026-04-24T10:17:18Z</dcterms:created>
  <dcterms:modified xsi:type="dcterms:W3CDTF">2026-04-24T10:22:41Z</dcterms:modified>
</cp:coreProperties>
</file>